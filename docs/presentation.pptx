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7"/>
  </p:notesMasterIdLst>
  <p:sldIdLst>
    <p:sldId id="256" r:id="rId5"/>
    <p:sldId id="295" r:id="rId6"/>
    <p:sldId id="296" r:id="rId7"/>
    <p:sldId id="297" r:id="rId8"/>
    <p:sldId id="299" r:id="rId9"/>
    <p:sldId id="301" r:id="rId10"/>
    <p:sldId id="302" r:id="rId11"/>
    <p:sldId id="257" r:id="rId12"/>
    <p:sldId id="283" r:id="rId13"/>
    <p:sldId id="284" r:id="rId14"/>
    <p:sldId id="285" r:id="rId15"/>
    <p:sldId id="282" r:id="rId16"/>
    <p:sldId id="286" r:id="rId17"/>
    <p:sldId id="336" r:id="rId18"/>
    <p:sldId id="289" r:id="rId19"/>
    <p:sldId id="291" r:id="rId20"/>
    <p:sldId id="287" r:id="rId21"/>
    <p:sldId id="292" r:id="rId22"/>
    <p:sldId id="294" r:id="rId23"/>
    <p:sldId id="303" r:id="rId24"/>
    <p:sldId id="258" r:id="rId25"/>
    <p:sldId id="259" r:id="rId26"/>
    <p:sldId id="308" r:id="rId27"/>
    <p:sldId id="310" r:id="rId28"/>
    <p:sldId id="316" r:id="rId29"/>
    <p:sldId id="321" r:id="rId30"/>
    <p:sldId id="322" r:id="rId31"/>
    <p:sldId id="312" r:id="rId32"/>
    <p:sldId id="317" r:id="rId33"/>
    <p:sldId id="323" r:id="rId34"/>
    <p:sldId id="324" r:id="rId35"/>
    <p:sldId id="313" r:id="rId36"/>
    <p:sldId id="318" r:id="rId37"/>
    <p:sldId id="325" r:id="rId38"/>
    <p:sldId id="314" r:id="rId39"/>
    <p:sldId id="319" r:id="rId40"/>
    <p:sldId id="315" r:id="rId41"/>
    <p:sldId id="320" r:id="rId42"/>
    <p:sldId id="260" r:id="rId43"/>
    <p:sldId id="329" r:id="rId44"/>
    <p:sldId id="330" r:id="rId45"/>
    <p:sldId id="331" r:id="rId46"/>
    <p:sldId id="332" r:id="rId47"/>
    <p:sldId id="261" r:id="rId48"/>
    <p:sldId id="326" r:id="rId49"/>
    <p:sldId id="327" r:id="rId50"/>
    <p:sldId id="328" r:id="rId51"/>
    <p:sldId id="335" r:id="rId52"/>
    <p:sldId id="333" r:id="rId53"/>
    <p:sldId id="334" r:id="rId54"/>
    <p:sldId id="277" r:id="rId55"/>
    <p:sldId id="278" r:id="rId56"/>
    <p:sldId id="279" r:id="rId57"/>
    <p:sldId id="266" r:id="rId58"/>
    <p:sldId id="267" r:id="rId59"/>
    <p:sldId id="268" r:id="rId60"/>
    <p:sldId id="269" r:id="rId61"/>
    <p:sldId id="270" r:id="rId62"/>
    <p:sldId id="271" r:id="rId63"/>
    <p:sldId id="273" r:id="rId64"/>
    <p:sldId id="275" r:id="rId65"/>
    <p:sldId id="276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2526"/>
    <a:srgbClr val="FF7A00"/>
    <a:srgbClr val="3794FF"/>
    <a:srgbClr val="F8F8F8"/>
    <a:srgbClr val="30D1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15AF72-606B-4431-A8B5-7EEAB89A1E6A}" v="198" dt="2026-10-27T03:39:06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98" d="100"/>
          <a:sy n="98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Wilson" userId="e1a19eef-53a3-48d9-917d-50c2525d4946" providerId="ADAL" clId="{1292E4CB-EE98-4EDA-B163-ABF9C373F39A}"/>
    <pc:docChg chg="addSld modSld sldOrd">
      <pc:chgData name="Jack Wilson" userId="e1a19eef-53a3-48d9-917d-50c2525d4946" providerId="ADAL" clId="{1292E4CB-EE98-4EDA-B163-ABF9C373F39A}" dt="2026-10-27T03:39:06.563" v="192"/>
      <pc:docMkLst>
        <pc:docMk/>
      </pc:docMkLst>
      <pc:sldChg chg="addSp modSp">
        <pc:chgData name="Jack Wilson" userId="e1a19eef-53a3-48d9-917d-50c2525d4946" providerId="ADAL" clId="{1292E4CB-EE98-4EDA-B163-ABF9C373F39A}" dt="2026-10-27T01:18:43.927" v="83" actId="14861"/>
        <pc:sldMkLst>
          <pc:docMk/>
          <pc:sldMk cId="3108534977" sldId="256"/>
        </pc:sldMkLst>
        <pc:spChg chg="mod">
          <ac:chgData name="Jack Wilson" userId="e1a19eef-53a3-48d9-917d-50c2525d4946" providerId="ADAL" clId="{1292E4CB-EE98-4EDA-B163-ABF9C373F39A}" dt="2026-10-27T00:44:02.023" v="73"/>
          <ac:spMkLst>
            <pc:docMk/>
            <pc:sldMk cId="3108534977" sldId="256"/>
            <ac:spMk id="7" creationId="{4C02FF52-6030-9027-097D-0CE8B87AA3EC}"/>
          </ac:spMkLst>
        </pc:spChg>
        <pc:spChg chg="add mod">
          <ac:chgData name="Jack Wilson" userId="e1a19eef-53a3-48d9-917d-50c2525d4946" providerId="ADAL" clId="{1292E4CB-EE98-4EDA-B163-ABF9C373F39A}" dt="2026-10-27T00:18:52.536" v="72"/>
          <ac:spMkLst>
            <pc:docMk/>
            <pc:sldMk cId="3108534977" sldId="256"/>
            <ac:spMk id="8" creationId="{CF03B284-3A7A-8DC4-B53D-445FE71E1F13}"/>
          </ac:spMkLst>
        </pc:spChg>
        <pc:spChg chg="add mod">
          <ac:chgData name="Jack Wilson" userId="e1a19eef-53a3-48d9-917d-50c2525d4946" providerId="ADAL" clId="{1292E4CB-EE98-4EDA-B163-ABF9C373F39A}" dt="2026-10-27T00:56:39.524" v="75"/>
          <ac:spMkLst>
            <pc:docMk/>
            <pc:sldMk cId="3108534977" sldId="256"/>
            <ac:spMk id="9" creationId="{9FB3D1D7-13E9-0714-5CD3-97FCCC02EB96}"/>
          </ac:spMkLst>
        </pc:spChg>
        <pc:spChg chg="mod">
          <ac:chgData name="Jack Wilson" userId="e1a19eef-53a3-48d9-917d-50c2525d4946" providerId="ADAL" clId="{1292E4CB-EE98-4EDA-B163-ABF9C373F39A}" dt="2026-10-27T01:08:19.822" v="80" actId="164"/>
          <ac:spMkLst>
            <pc:docMk/>
            <pc:sldMk cId="3108534977" sldId="256"/>
            <ac:spMk id="10" creationId="{E09AECE7-E7AF-CE4D-2260-894F5FAC5358}"/>
          </ac:spMkLst>
        </pc:spChg>
        <pc:spChg chg="mod">
          <ac:chgData name="Jack Wilson" userId="e1a19eef-53a3-48d9-917d-50c2525d4946" providerId="ADAL" clId="{1292E4CB-EE98-4EDA-B163-ABF9C373F39A}" dt="2026-10-27T01:03:12.876" v="79" actId="206"/>
          <ac:spMkLst>
            <pc:docMk/>
            <pc:sldMk cId="3108534977" sldId="256"/>
            <ac:spMk id="14" creationId="{5B8F094D-37A6-7E2E-7DFD-18EBE489094E}"/>
          </ac:spMkLst>
        </pc:spChg>
        <pc:spChg chg="mod">
          <ac:chgData name="Jack Wilson" userId="e1a19eef-53a3-48d9-917d-50c2525d4946" providerId="ADAL" clId="{1292E4CB-EE98-4EDA-B163-ABF9C373F39A}" dt="2026-10-27T01:08:19.822" v="80" actId="164"/>
          <ac:spMkLst>
            <pc:docMk/>
            <pc:sldMk cId="3108534977" sldId="256"/>
            <ac:spMk id="15" creationId="{EBFEFCBC-1E04-6DE9-A083-D7B6E2E3154E}"/>
          </ac:spMkLst>
        </pc:spChg>
        <pc:spChg chg="mod">
          <ac:chgData name="Jack Wilson" userId="e1a19eef-53a3-48d9-917d-50c2525d4946" providerId="ADAL" clId="{1292E4CB-EE98-4EDA-B163-ABF9C373F39A}" dt="2026-10-27T01:08:19.822" v="80" actId="164"/>
          <ac:spMkLst>
            <pc:docMk/>
            <pc:sldMk cId="3108534977" sldId="256"/>
            <ac:spMk id="17" creationId="{2B7C2FA1-C60E-DA0A-C80F-22B29B3070DA}"/>
          </ac:spMkLst>
        </pc:spChg>
        <pc:grpChg chg="add mod">
          <ac:chgData name="Jack Wilson" userId="e1a19eef-53a3-48d9-917d-50c2525d4946" providerId="ADAL" clId="{1292E4CB-EE98-4EDA-B163-ABF9C373F39A}" dt="2026-10-27T01:18:43.927" v="83" actId="14861"/>
          <ac:grpSpMkLst>
            <pc:docMk/>
            <pc:sldMk cId="3108534977" sldId="256"/>
            <ac:grpSpMk id="18" creationId="{6BA4B6EA-5B32-432C-18B1-3CFEA66793DD}"/>
          </ac:grpSpMkLst>
        </pc:grpChg>
        <pc:cxnChg chg="mod">
          <ac:chgData name="Jack Wilson" userId="e1a19eef-53a3-48d9-917d-50c2525d4946" providerId="ADAL" clId="{1292E4CB-EE98-4EDA-B163-ABF9C373F39A}" dt="2026-10-27T01:08:19.822" v="80" actId="164"/>
          <ac:cxnSpMkLst>
            <pc:docMk/>
            <pc:sldMk cId="3108534977" sldId="256"/>
            <ac:cxnSpMk id="12" creationId="{89D869CD-16FB-2925-012A-C33ECD12F3A7}"/>
          </ac:cxnSpMkLst>
        </pc:cxnChg>
      </pc:sldChg>
      <pc:sldChg chg="addSp delSp modSp">
        <pc:chgData name="Jack Wilson" userId="e1a19eef-53a3-48d9-917d-50c2525d4946" providerId="ADAL" clId="{1292E4CB-EE98-4EDA-B163-ABF9C373F39A}" dt="2026-10-26T15:50:48.477" v="15" actId="14861"/>
        <pc:sldMkLst>
          <pc:docMk/>
          <pc:sldMk cId="250493411" sldId="258"/>
        </pc:sldMkLst>
        <pc:spChg chg="add del mod">
          <ac:chgData name="Jack Wilson" userId="e1a19eef-53a3-48d9-917d-50c2525d4946" providerId="ADAL" clId="{1292E4CB-EE98-4EDA-B163-ABF9C373F39A}" dt="2026-10-26T14:55:09.418" v="2"/>
          <ac:spMkLst>
            <pc:docMk/>
            <pc:sldMk cId="250493411" sldId="258"/>
            <ac:spMk id="8" creationId="{912F1D4C-D5BB-53CC-8A15-847DFB5866DE}"/>
          </ac:spMkLst>
        </pc:spChg>
        <pc:spChg chg="add del mod">
          <ac:chgData name="Jack Wilson" userId="e1a19eef-53a3-48d9-917d-50c2525d4946" providerId="ADAL" clId="{1292E4CB-EE98-4EDA-B163-ABF9C373F39A}" dt="2026-10-26T14:55:10.249" v="4"/>
          <ac:spMkLst>
            <pc:docMk/>
            <pc:sldMk cId="250493411" sldId="258"/>
            <ac:spMk id="9" creationId="{D2E15AAC-F6FD-85F7-6B9B-56389361EE8B}"/>
          </ac:spMkLst>
        </pc:spChg>
        <pc:spChg chg="add del mod">
          <ac:chgData name="Jack Wilson" userId="e1a19eef-53a3-48d9-917d-50c2525d4946" providerId="ADAL" clId="{1292E4CB-EE98-4EDA-B163-ABF9C373F39A}" dt="2026-10-26T14:55:16.455" v="6"/>
          <ac:spMkLst>
            <pc:docMk/>
            <pc:sldMk cId="250493411" sldId="258"/>
            <ac:spMk id="10" creationId="{C766104C-7EB4-DBDC-BD68-3C6EA947E633}"/>
          </ac:spMkLst>
        </pc:spChg>
        <pc:spChg chg="add mod">
          <ac:chgData name="Jack Wilson" userId="e1a19eef-53a3-48d9-917d-50c2525d4946" providerId="ADAL" clId="{1292E4CB-EE98-4EDA-B163-ABF9C373F39A}" dt="2026-10-26T14:57:33.315" v="7" actId="767"/>
          <ac:spMkLst>
            <pc:docMk/>
            <pc:sldMk cId="250493411" sldId="258"/>
            <ac:spMk id="21" creationId="{D668CBC3-9CF0-548D-3CF9-8E3C15CA9048}"/>
          </ac:spMkLst>
        </pc:spChg>
        <pc:spChg chg="mod">
          <ac:chgData name="Jack Wilson" userId="e1a19eef-53a3-48d9-917d-50c2525d4946" providerId="ADAL" clId="{1292E4CB-EE98-4EDA-B163-ABF9C373F39A}" dt="2026-10-26T15:19:46.290" v="10" actId="164"/>
          <ac:spMkLst>
            <pc:docMk/>
            <pc:sldMk cId="250493411" sldId="258"/>
            <ac:spMk id="54" creationId="{1B47DFC9-D5FF-94DE-C2A2-5578C6245F3F}"/>
          </ac:spMkLst>
        </pc:spChg>
        <pc:spChg chg="add mod">
          <ac:chgData name="Jack Wilson" userId="e1a19eef-53a3-48d9-917d-50c2525d4946" providerId="ADAL" clId="{1292E4CB-EE98-4EDA-B163-ABF9C373F39A}" dt="2026-10-26T15:19:46.290" v="10" actId="164"/>
          <ac:spMkLst>
            <pc:docMk/>
            <pc:sldMk cId="250493411" sldId="258"/>
            <ac:spMk id="55" creationId="{D7CB2E42-AE4E-6FAB-AF51-212D86A74DBC}"/>
          </ac:spMkLst>
        </pc:spChg>
        <pc:spChg chg="mod">
          <ac:chgData name="Jack Wilson" userId="e1a19eef-53a3-48d9-917d-50c2525d4946" providerId="ADAL" clId="{1292E4CB-EE98-4EDA-B163-ABF9C373F39A}" dt="2026-10-26T15:20:04.928" v="11"/>
          <ac:spMkLst>
            <pc:docMk/>
            <pc:sldMk cId="250493411" sldId="258"/>
            <ac:spMk id="60" creationId="{35C6EAB8-CC3C-B341-B0C9-28ED8A012F2E}"/>
          </ac:spMkLst>
        </pc:spChg>
        <pc:spChg chg="mod">
          <ac:chgData name="Jack Wilson" userId="e1a19eef-53a3-48d9-917d-50c2525d4946" providerId="ADAL" clId="{1292E4CB-EE98-4EDA-B163-ABF9C373F39A}" dt="2026-10-26T15:20:04.928" v="11"/>
          <ac:spMkLst>
            <pc:docMk/>
            <pc:sldMk cId="250493411" sldId="258"/>
            <ac:spMk id="61" creationId="{4D0E3F04-4005-E2CE-A0FA-72DC1A93AFBE}"/>
          </ac:spMkLst>
        </pc:spChg>
        <pc:spChg chg="mod">
          <ac:chgData name="Jack Wilson" userId="e1a19eef-53a3-48d9-917d-50c2525d4946" providerId="ADAL" clId="{1292E4CB-EE98-4EDA-B163-ABF9C373F39A}" dt="2026-10-26T15:21:08.718" v="12"/>
          <ac:spMkLst>
            <pc:docMk/>
            <pc:sldMk cId="250493411" sldId="258"/>
            <ac:spMk id="65" creationId="{A2B515C4-3FB1-4DE4-2D00-4682110233B4}"/>
          </ac:spMkLst>
        </pc:spChg>
        <pc:spChg chg="mod">
          <ac:chgData name="Jack Wilson" userId="e1a19eef-53a3-48d9-917d-50c2525d4946" providerId="ADAL" clId="{1292E4CB-EE98-4EDA-B163-ABF9C373F39A}" dt="2026-10-26T15:21:08.718" v="12"/>
          <ac:spMkLst>
            <pc:docMk/>
            <pc:sldMk cId="250493411" sldId="258"/>
            <ac:spMk id="66" creationId="{D415A58E-CE0C-4D5D-AE52-45DF3AE34E7E}"/>
          </ac:spMkLst>
        </pc:spChg>
        <pc:spChg chg="mod">
          <ac:chgData name="Jack Wilson" userId="e1a19eef-53a3-48d9-917d-50c2525d4946" providerId="ADAL" clId="{1292E4CB-EE98-4EDA-B163-ABF9C373F39A}" dt="2026-10-26T15:21:56.896" v="13"/>
          <ac:spMkLst>
            <pc:docMk/>
            <pc:sldMk cId="250493411" sldId="258"/>
            <ac:spMk id="69" creationId="{A8E5DC53-221B-6CA4-532A-41C9BC77F839}"/>
          </ac:spMkLst>
        </pc:spChg>
        <pc:spChg chg="mod">
          <ac:chgData name="Jack Wilson" userId="e1a19eef-53a3-48d9-917d-50c2525d4946" providerId="ADAL" clId="{1292E4CB-EE98-4EDA-B163-ABF9C373F39A}" dt="2026-10-26T15:21:56.896" v="13"/>
          <ac:spMkLst>
            <pc:docMk/>
            <pc:sldMk cId="250493411" sldId="258"/>
            <ac:spMk id="70" creationId="{0EA1133D-2566-72F1-4031-4460ABF402EF}"/>
          </ac:spMkLst>
        </pc:spChg>
        <pc:spChg chg="add mod">
          <ac:chgData name="Jack Wilson" userId="e1a19eef-53a3-48d9-917d-50c2525d4946" providerId="ADAL" clId="{1292E4CB-EE98-4EDA-B163-ABF9C373F39A}" dt="2026-10-26T15:27:03.496" v="14" actId="767"/>
          <ac:spMkLst>
            <pc:docMk/>
            <pc:sldMk cId="250493411" sldId="258"/>
            <ac:spMk id="85" creationId="{E16172B7-3C8D-B1BB-1C62-9721086F3E95}"/>
          </ac:spMkLst>
        </pc:spChg>
        <pc:grpChg chg="add mod">
          <ac:chgData name="Jack Wilson" userId="e1a19eef-53a3-48d9-917d-50c2525d4946" providerId="ADAL" clId="{1292E4CB-EE98-4EDA-B163-ABF9C373F39A}" dt="2026-10-26T15:50:48.477" v="15" actId="14861"/>
          <ac:grpSpMkLst>
            <pc:docMk/>
            <pc:sldMk cId="250493411" sldId="258"/>
            <ac:grpSpMk id="58" creationId="{80049E9D-79F8-FB05-B9CB-8721AE5FDBE8}"/>
          </ac:grpSpMkLst>
        </pc:grpChg>
        <pc:grpChg chg="add mod">
          <ac:chgData name="Jack Wilson" userId="e1a19eef-53a3-48d9-917d-50c2525d4946" providerId="ADAL" clId="{1292E4CB-EE98-4EDA-B163-ABF9C373F39A}" dt="2026-10-26T15:50:48.477" v="15" actId="14861"/>
          <ac:grpSpMkLst>
            <pc:docMk/>
            <pc:sldMk cId="250493411" sldId="258"/>
            <ac:grpSpMk id="59" creationId="{4FADDA22-C6F6-8B25-81B7-155BA0658220}"/>
          </ac:grpSpMkLst>
        </pc:grpChg>
        <pc:grpChg chg="add mod">
          <ac:chgData name="Jack Wilson" userId="e1a19eef-53a3-48d9-917d-50c2525d4946" providerId="ADAL" clId="{1292E4CB-EE98-4EDA-B163-ABF9C373F39A}" dt="2026-10-26T15:50:48.477" v="15" actId="14861"/>
          <ac:grpSpMkLst>
            <pc:docMk/>
            <pc:sldMk cId="250493411" sldId="258"/>
            <ac:grpSpMk id="64" creationId="{45AE9B7A-E9DF-9A03-2DD5-2E12A1C71AFA}"/>
          </ac:grpSpMkLst>
        </pc:grpChg>
        <pc:grpChg chg="add mod">
          <ac:chgData name="Jack Wilson" userId="e1a19eef-53a3-48d9-917d-50c2525d4946" providerId="ADAL" clId="{1292E4CB-EE98-4EDA-B163-ABF9C373F39A}" dt="2026-10-26T15:50:48.477" v="15" actId="14861"/>
          <ac:grpSpMkLst>
            <pc:docMk/>
            <pc:sldMk cId="250493411" sldId="258"/>
            <ac:grpSpMk id="68" creationId="{02A65E48-7ED7-C8F7-F796-A909386B883F}"/>
          </ac:grpSpMkLst>
        </pc:grpChg>
        <pc:cxnChg chg="add mod">
          <ac:chgData name="Jack Wilson" userId="e1a19eef-53a3-48d9-917d-50c2525d4946" providerId="ADAL" clId="{1292E4CB-EE98-4EDA-B163-ABF9C373F39A}" dt="2026-10-26T15:10:27.968" v="8"/>
          <ac:cxnSpMkLst>
            <pc:docMk/>
            <pc:sldMk cId="250493411" sldId="258"/>
            <ac:cxnSpMk id="50" creationId="{B1B4B0D1-AD2C-67D3-3F88-163A1EF7346E}"/>
          </ac:cxnSpMkLst>
        </pc:cxnChg>
        <pc:cxnChg chg="mod">
          <ac:chgData name="Jack Wilson" userId="e1a19eef-53a3-48d9-917d-50c2525d4946" providerId="ADAL" clId="{1292E4CB-EE98-4EDA-B163-ABF9C373F39A}" dt="2026-10-26T15:19:46.290" v="10" actId="164"/>
          <ac:cxnSpMkLst>
            <pc:docMk/>
            <pc:sldMk cId="250493411" sldId="258"/>
            <ac:cxnSpMk id="57" creationId="{F0F57ABC-D2C2-F4D0-D0DF-0441EC940F76}"/>
          </ac:cxnSpMkLst>
        </pc:cxnChg>
        <pc:cxnChg chg="mod">
          <ac:chgData name="Jack Wilson" userId="e1a19eef-53a3-48d9-917d-50c2525d4946" providerId="ADAL" clId="{1292E4CB-EE98-4EDA-B163-ABF9C373F39A}" dt="2026-10-26T15:20:04.928" v="11"/>
          <ac:cxnSpMkLst>
            <pc:docMk/>
            <pc:sldMk cId="250493411" sldId="258"/>
            <ac:cxnSpMk id="62" creationId="{6BA22007-E09A-7F76-594D-EDA4DD62CCDE}"/>
          </ac:cxnSpMkLst>
        </pc:cxnChg>
        <pc:cxnChg chg="mod">
          <ac:chgData name="Jack Wilson" userId="e1a19eef-53a3-48d9-917d-50c2525d4946" providerId="ADAL" clId="{1292E4CB-EE98-4EDA-B163-ABF9C373F39A}" dt="2026-10-26T15:21:08.718" v="12"/>
          <ac:cxnSpMkLst>
            <pc:docMk/>
            <pc:sldMk cId="250493411" sldId="258"/>
            <ac:cxnSpMk id="67" creationId="{7770CED9-D4E8-EC41-BC83-A13262C7BC2F}"/>
          </ac:cxnSpMkLst>
        </pc:cxnChg>
        <pc:cxnChg chg="mod">
          <ac:chgData name="Jack Wilson" userId="e1a19eef-53a3-48d9-917d-50c2525d4946" providerId="ADAL" clId="{1292E4CB-EE98-4EDA-B163-ABF9C373F39A}" dt="2026-10-26T15:21:56.896" v="13"/>
          <ac:cxnSpMkLst>
            <pc:docMk/>
            <pc:sldMk cId="250493411" sldId="258"/>
            <ac:cxnSpMk id="71" creationId="{86C82377-3AED-E30B-4E83-7EF0661226FD}"/>
          </ac:cxnSpMkLst>
        </pc:cxnChg>
      </pc:sldChg>
      <pc:sldChg chg="modSp">
        <pc:chgData name="Jack Wilson" userId="e1a19eef-53a3-48d9-917d-50c2525d4946" providerId="ADAL" clId="{1292E4CB-EE98-4EDA-B163-ABF9C373F39A}" dt="2026-10-26T16:25:03.937" v="26" actId="11530"/>
        <pc:sldMkLst>
          <pc:docMk/>
          <pc:sldMk cId="2329141961" sldId="259"/>
        </pc:sldMkLst>
        <pc:spChg chg="mod">
          <ac:chgData name="Jack Wilson" userId="e1a19eef-53a3-48d9-917d-50c2525d4946" providerId="ADAL" clId="{1292E4CB-EE98-4EDA-B163-ABF9C373F39A}" dt="2026-10-26T16:25:03.937" v="26" actId="11530"/>
          <ac:spMkLst>
            <pc:docMk/>
            <pc:sldMk cId="2329141961" sldId="259"/>
            <ac:spMk id="3" creationId="{E4F48D6B-69E1-CD4F-BAC7-F73B3FACDA19}"/>
          </ac:spMkLst>
        </pc:spChg>
      </pc:sldChg>
      <pc:sldChg chg="ord">
        <pc:chgData name="Jack Wilson" userId="e1a19eef-53a3-48d9-917d-50c2525d4946" providerId="ADAL" clId="{1292E4CB-EE98-4EDA-B163-ABF9C373F39A}" dt="2026-10-26T20:40:07.793" v="69"/>
        <pc:sldMkLst>
          <pc:docMk/>
          <pc:sldMk cId="1168775444" sldId="260"/>
        </pc:sldMkLst>
      </pc:sldChg>
      <pc:sldChg chg="addSp modSp ord">
        <pc:chgData name="Jack Wilson" userId="e1a19eef-53a3-48d9-917d-50c2525d4946" providerId="ADAL" clId="{1292E4CB-EE98-4EDA-B163-ABF9C373F39A}" dt="2026-10-26T20:40:07.793" v="69"/>
        <pc:sldMkLst>
          <pc:docMk/>
          <pc:sldMk cId="2755237438" sldId="261"/>
        </pc:sldMkLst>
        <pc:spChg chg="mod">
          <ac:chgData name="Jack Wilson" userId="e1a19eef-53a3-48d9-917d-50c2525d4946" providerId="ADAL" clId="{1292E4CB-EE98-4EDA-B163-ABF9C373F39A}" dt="2026-10-26T20:36:22.046" v="63" actId="164"/>
          <ac:spMkLst>
            <pc:docMk/>
            <pc:sldMk cId="2755237438" sldId="261"/>
            <ac:spMk id="6" creationId="{677029FD-B410-BC4C-2305-682EAEB438F3}"/>
          </ac:spMkLst>
        </pc:spChg>
        <pc:spChg chg="add mod">
          <ac:chgData name="Jack Wilson" userId="e1a19eef-53a3-48d9-917d-50c2525d4946" providerId="ADAL" clId="{1292E4CB-EE98-4EDA-B163-ABF9C373F39A}" dt="2026-10-26T20:36:22.046" v="63" actId="164"/>
          <ac:spMkLst>
            <pc:docMk/>
            <pc:sldMk cId="2755237438" sldId="261"/>
            <ac:spMk id="7" creationId="{C12C2D33-D4A6-150B-0540-B6C8B0C8B816}"/>
          </ac:spMkLst>
        </pc:spChg>
        <pc:spChg chg="mod">
          <ac:chgData name="Jack Wilson" userId="e1a19eef-53a3-48d9-917d-50c2525d4946" providerId="ADAL" clId="{1292E4CB-EE98-4EDA-B163-ABF9C373F39A}" dt="2026-10-26T20:36:23.541" v="64"/>
          <ac:spMkLst>
            <pc:docMk/>
            <pc:sldMk cId="2755237438" sldId="261"/>
            <ac:spMk id="10" creationId="{54FC66CF-CAFF-95AD-53C5-E29E9074379F}"/>
          </ac:spMkLst>
        </pc:spChg>
        <pc:spChg chg="mod">
          <ac:chgData name="Jack Wilson" userId="e1a19eef-53a3-48d9-917d-50c2525d4946" providerId="ADAL" clId="{1292E4CB-EE98-4EDA-B163-ABF9C373F39A}" dt="2026-10-26T20:36:23.541" v="64"/>
          <ac:spMkLst>
            <pc:docMk/>
            <pc:sldMk cId="2755237438" sldId="261"/>
            <ac:spMk id="11" creationId="{A0279B11-165F-0848-7610-59E136F0C33C}"/>
          </ac:spMkLst>
        </pc:spChg>
        <pc:spChg chg="mod">
          <ac:chgData name="Jack Wilson" userId="e1a19eef-53a3-48d9-917d-50c2525d4946" providerId="ADAL" clId="{1292E4CB-EE98-4EDA-B163-ABF9C373F39A}" dt="2026-10-26T20:36:28.491" v="65"/>
          <ac:spMkLst>
            <pc:docMk/>
            <pc:sldMk cId="2755237438" sldId="261"/>
            <ac:spMk id="13" creationId="{6A9B0D38-35AC-C2CD-EDB9-B8278CB51CE7}"/>
          </ac:spMkLst>
        </pc:spChg>
        <pc:spChg chg="mod">
          <ac:chgData name="Jack Wilson" userId="e1a19eef-53a3-48d9-917d-50c2525d4946" providerId="ADAL" clId="{1292E4CB-EE98-4EDA-B163-ABF9C373F39A}" dt="2026-10-26T20:36:28.491" v="65"/>
          <ac:spMkLst>
            <pc:docMk/>
            <pc:sldMk cId="2755237438" sldId="261"/>
            <ac:spMk id="14" creationId="{77DF9958-C246-E014-333C-A7165402E7E1}"/>
          </ac:spMkLst>
        </pc:spChg>
        <pc:spChg chg="mod">
          <ac:chgData name="Jack Wilson" userId="e1a19eef-53a3-48d9-917d-50c2525d4946" providerId="ADAL" clId="{1292E4CB-EE98-4EDA-B163-ABF9C373F39A}" dt="2026-10-26T20:36:55.654" v="66"/>
          <ac:spMkLst>
            <pc:docMk/>
            <pc:sldMk cId="2755237438" sldId="261"/>
            <ac:spMk id="18" creationId="{664540D2-054E-3900-9A58-AF7877BD26BE}"/>
          </ac:spMkLst>
        </pc:spChg>
        <pc:spChg chg="mod">
          <ac:chgData name="Jack Wilson" userId="e1a19eef-53a3-48d9-917d-50c2525d4946" providerId="ADAL" clId="{1292E4CB-EE98-4EDA-B163-ABF9C373F39A}" dt="2026-10-26T20:36:55.654" v="66"/>
          <ac:spMkLst>
            <pc:docMk/>
            <pc:sldMk cId="2755237438" sldId="261"/>
            <ac:spMk id="19" creationId="{CF9C4263-5385-A2DB-B4B4-5FC9D4FF0D0B}"/>
          </ac:spMkLst>
        </pc:spChg>
        <pc:spChg chg="mod">
          <ac:chgData name="Jack Wilson" userId="e1a19eef-53a3-48d9-917d-50c2525d4946" providerId="ADAL" clId="{1292E4CB-EE98-4EDA-B163-ABF9C373F39A}" dt="2026-10-26T20:36:58.705" v="67"/>
          <ac:spMkLst>
            <pc:docMk/>
            <pc:sldMk cId="2755237438" sldId="261"/>
            <ac:spMk id="21" creationId="{6B12DA55-5FA8-6199-DB41-9F22D9D0ADE8}"/>
          </ac:spMkLst>
        </pc:spChg>
        <pc:spChg chg="mod">
          <ac:chgData name="Jack Wilson" userId="e1a19eef-53a3-48d9-917d-50c2525d4946" providerId="ADAL" clId="{1292E4CB-EE98-4EDA-B163-ABF9C373F39A}" dt="2026-10-26T20:36:58.705" v="67"/>
          <ac:spMkLst>
            <pc:docMk/>
            <pc:sldMk cId="2755237438" sldId="261"/>
            <ac:spMk id="22" creationId="{277D8F76-AB2E-7EEB-309E-185BF8E27AE2}"/>
          </ac:spMkLst>
        </pc:spChg>
        <pc:grpChg chg="add mod">
          <ac:chgData name="Jack Wilson" userId="e1a19eef-53a3-48d9-917d-50c2525d4946" providerId="ADAL" clId="{1292E4CB-EE98-4EDA-B163-ABF9C373F39A}" dt="2026-10-26T20:36:22.046" v="63" actId="164"/>
          <ac:grpSpMkLst>
            <pc:docMk/>
            <pc:sldMk cId="2755237438" sldId="261"/>
            <ac:grpSpMk id="8" creationId="{2BB1DC37-8180-8CA1-1BAE-25F79BD6001B}"/>
          </ac:grpSpMkLst>
        </pc:grpChg>
        <pc:grpChg chg="add mod">
          <ac:chgData name="Jack Wilson" userId="e1a19eef-53a3-48d9-917d-50c2525d4946" providerId="ADAL" clId="{1292E4CB-EE98-4EDA-B163-ABF9C373F39A}" dt="2026-10-26T20:36:23.541" v="64"/>
          <ac:grpSpMkLst>
            <pc:docMk/>
            <pc:sldMk cId="2755237438" sldId="261"/>
            <ac:grpSpMk id="9" creationId="{FC7B8EEC-4423-D646-0E0B-D09EDA0A02B6}"/>
          </ac:grpSpMkLst>
        </pc:grpChg>
        <pc:grpChg chg="add mod">
          <ac:chgData name="Jack Wilson" userId="e1a19eef-53a3-48d9-917d-50c2525d4946" providerId="ADAL" clId="{1292E4CB-EE98-4EDA-B163-ABF9C373F39A}" dt="2026-10-26T20:36:28.491" v="65"/>
          <ac:grpSpMkLst>
            <pc:docMk/>
            <pc:sldMk cId="2755237438" sldId="261"/>
            <ac:grpSpMk id="12" creationId="{28050AC2-894F-156A-9E31-3E142461B88F}"/>
          </ac:grpSpMkLst>
        </pc:grpChg>
        <pc:grpChg chg="add mod">
          <ac:chgData name="Jack Wilson" userId="e1a19eef-53a3-48d9-917d-50c2525d4946" providerId="ADAL" clId="{1292E4CB-EE98-4EDA-B163-ABF9C373F39A}" dt="2026-10-26T20:36:55.654" v="66"/>
          <ac:grpSpMkLst>
            <pc:docMk/>
            <pc:sldMk cId="2755237438" sldId="261"/>
            <ac:grpSpMk id="17" creationId="{B584AAFA-7288-1CC7-5A91-AEBB7AE04B2D}"/>
          </ac:grpSpMkLst>
        </pc:grpChg>
        <pc:grpChg chg="add mod">
          <ac:chgData name="Jack Wilson" userId="e1a19eef-53a3-48d9-917d-50c2525d4946" providerId="ADAL" clId="{1292E4CB-EE98-4EDA-B163-ABF9C373F39A}" dt="2026-10-26T20:36:58.705" v="67"/>
          <ac:grpSpMkLst>
            <pc:docMk/>
            <pc:sldMk cId="2755237438" sldId="261"/>
            <ac:grpSpMk id="20" creationId="{0B63FE3B-BBE4-A51A-99FD-A83B5051D84A}"/>
          </ac:grpSpMkLst>
        </pc:grpChg>
      </pc:sldChg>
      <pc:sldChg chg="addSp modSp ord">
        <pc:chgData name="Jack Wilson" userId="e1a19eef-53a3-48d9-917d-50c2525d4946" providerId="ADAL" clId="{1292E4CB-EE98-4EDA-B163-ABF9C373F39A}" dt="2026-10-26T20:40:07.793" v="69"/>
        <pc:sldMkLst>
          <pc:docMk/>
          <pc:sldMk cId="3127622569" sldId="263"/>
        </pc:sldMkLst>
        <pc:spChg chg="mod">
          <ac:chgData name="Jack Wilson" userId="e1a19eef-53a3-48d9-917d-50c2525d4946" providerId="ADAL" clId="{1292E4CB-EE98-4EDA-B163-ABF9C373F39A}" dt="2026-10-26T14:34:49.318" v="0"/>
          <ac:spMkLst>
            <pc:docMk/>
            <pc:sldMk cId="3127622569" sldId="263"/>
            <ac:spMk id="3" creationId="{FA5CC43D-CC78-75E8-6F7D-E3459F0C2912}"/>
          </ac:spMkLst>
        </pc:spChg>
        <pc:spChg chg="mod">
          <ac:chgData name="Jack Wilson" userId="e1a19eef-53a3-48d9-917d-50c2525d4946" providerId="ADAL" clId="{1292E4CB-EE98-4EDA-B163-ABF9C373F39A}" dt="2026-10-26T20:00:40.396" v="55" actId="164"/>
          <ac:spMkLst>
            <pc:docMk/>
            <pc:sldMk cId="3127622569" sldId="263"/>
            <ac:spMk id="6" creationId="{68AA6339-617E-3222-6386-F6051B3BB2AD}"/>
          </ac:spMkLst>
        </pc:spChg>
        <pc:spChg chg="mod">
          <ac:chgData name="Jack Wilson" userId="e1a19eef-53a3-48d9-917d-50c2525d4946" providerId="ADAL" clId="{1292E4CB-EE98-4EDA-B163-ABF9C373F39A}" dt="2026-10-26T19:53:03.272" v="45"/>
          <ac:spMkLst>
            <pc:docMk/>
            <pc:sldMk cId="3127622569" sldId="263"/>
            <ac:spMk id="7" creationId="{554C7E4F-2DC5-2718-983F-47C691738471}"/>
          </ac:spMkLst>
        </pc:spChg>
        <pc:spChg chg="mod">
          <ac:chgData name="Jack Wilson" userId="e1a19eef-53a3-48d9-917d-50c2525d4946" providerId="ADAL" clId="{1292E4CB-EE98-4EDA-B163-ABF9C373F39A}" dt="2026-10-26T19:58:18.825" v="46" actId="164"/>
          <ac:spMkLst>
            <pc:docMk/>
            <pc:sldMk cId="3127622569" sldId="263"/>
            <ac:spMk id="9" creationId="{1FC2D2D1-BA3A-3EB4-AD07-33E891DBC2A6}"/>
          </ac:spMkLst>
        </pc:spChg>
        <pc:spChg chg="add mod">
          <ac:chgData name="Jack Wilson" userId="e1a19eef-53a3-48d9-917d-50c2525d4946" providerId="ADAL" clId="{1292E4CB-EE98-4EDA-B163-ABF9C373F39A}" dt="2026-10-26T19:58:22.759" v="47"/>
          <ac:spMkLst>
            <pc:docMk/>
            <pc:sldMk cId="3127622569" sldId="263"/>
            <ac:spMk id="17" creationId="{CD411C00-1C06-1224-0FC5-6CD581E56D7D}"/>
          </ac:spMkLst>
        </pc:spChg>
        <pc:spChg chg="mod">
          <ac:chgData name="Jack Wilson" userId="e1a19eef-53a3-48d9-917d-50c2525d4946" providerId="ADAL" clId="{1292E4CB-EE98-4EDA-B163-ABF9C373F39A}" dt="2026-10-26T19:58:22.759" v="47"/>
          <ac:spMkLst>
            <pc:docMk/>
            <pc:sldMk cId="3127622569" sldId="263"/>
            <ac:spMk id="19" creationId="{17F4B68A-36A4-0626-4C6B-2B51CED03017}"/>
          </ac:spMkLst>
        </pc:spChg>
        <pc:spChg chg="mod">
          <ac:chgData name="Jack Wilson" userId="e1a19eef-53a3-48d9-917d-50c2525d4946" providerId="ADAL" clId="{1292E4CB-EE98-4EDA-B163-ABF9C373F39A}" dt="2026-10-26T19:58:22.759" v="47"/>
          <ac:spMkLst>
            <pc:docMk/>
            <pc:sldMk cId="3127622569" sldId="263"/>
            <ac:spMk id="20" creationId="{5C14656D-B100-8460-05D7-D1E7690AAA0B}"/>
          </ac:spMkLst>
        </pc:spChg>
        <pc:spChg chg="add mod">
          <ac:chgData name="Jack Wilson" userId="e1a19eef-53a3-48d9-917d-50c2525d4946" providerId="ADAL" clId="{1292E4CB-EE98-4EDA-B163-ABF9C373F39A}" dt="2026-10-26T19:58:40.500" v="48"/>
          <ac:spMkLst>
            <pc:docMk/>
            <pc:sldMk cId="3127622569" sldId="263"/>
            <ac:spMk id="21" creationId="{B8E3CD2D-416F-CF12-A6AD-BB177F306AC1}"/>
          </ac:spMkLst>
        </pc:spChg>
        <pc:spChg chg="mod">
          <ac:chgData name="Jack Wilson" userId="e1a19eef-53a3-48d9-917d-50c2525d4946" providerId="ADAL" clId="{1292E4CB-EE98-4EDA-B163-ABF9C373F39A}" dt="2026-10-26T19:58:40.500" v="48"/>
          <ac:spMkLst>
            <pc:docMk/>
            <pc:sldMk cId="3127622569" sldId="263"/>
            <ac:spMk id="23" creationId="{149C2089-D14D-2532-BC42-218806802EE2}"/>
          </ac:spMkLst>
        </pc:spChg>
        <pc:spChg chg="mod">
          <ac:chgData name="Jack Wilson" userId="e1a19eef-53a3-48d9-917d-50c2525d4946" providerId="ADAL" clId="{1292E4CB-EE98-4EDA-B163-ABF9C373F39A}" dt="2026-10-26T19:58:40.500" v="48"/>
          <ac:spMkLst>
            <pc:docMk/>
            <pc:sldMk cId="3127622569" sldId="263"/>
            <ac:spMk id="24" creationId="{0AD4C2DB-F296-1BD9-96E2-66D8C12EECEE}"/>
          </ac:spMkLst>
        </pc:spChg>
        <pc:spChg chg="add mod">
          <ac:chgData name="Jack Wilson" userId="e1a19eef-53a3-48d9-917d-50c2525d4946" providerId="ADAL" clId="{1292E4CB-EE98-4EDA-B163-ABF9C373F39A}" dt="2026-10-26T19:58:47.097" v="49"/>
          <ac:spMkLst>
            <pc:docMk/>
            <pc:sldMk cId="3127622569" sldId="263"/>
            <ac:spMk id="25" creationId="{44B98BEA-D38F-B3C9-52CC-4F02E695C7C9}"/>
          </ac:spMkLst>
        </pc:spChg>
        <pc:spChg chg="mod">
          <ac:chgData name="Jack Wilson" userId="e1a19eef-53a3-48d9-917d-50c2525d4946" providerId="ADAL" clId="{1292E4CB-EE98-4EDA-B163-ABF9C373F39A}" dt="2026-10-26T19:58:47.097" v="49"/>
          <ac:spMkLst>
            <pc:docMk/>
            <pc:sldMk cId="3127622569" sldId="263"/>
            <ac:spMk id="27" creationId="{02067434-C774-F925-AD73-F97FD4118122}"/>
          </ac:spMkLst>
        </pc:spChg>
        <pc:spChg chg="mod">
          <ac:chgData name="Jack Wilson" userId="e1a19eef-53a3-48d9-917d-50c2525d4946" providerId="ADAL" clId="{1292E4CB-EE98-4EDA-B163-ABF9C373F39A}" dt="2026-10-26T19:58:47.097" v="49"/>
          <ac:spMkLst>
            <pc:docMk/>
            <pc:sldMk cId="3127622569" sldId="263"/>
            <ac:spMk id="28" creationId="{FB1A5A31-3A62-2F98-70D9-E7A0E0932EC2}"/>
          </ac:spMkLst>
        </pc:spChg>
        <pc:spChg chg="add mod">
          <ac:chgData name="Jack Wilson" userId="e1a19eef-53a3-48d9-917d-50c2525d4946" providerId="ADAL" clId="{1292E4CB-EE98-4EDA-B163-ABF9C373F39A}" dt="2026-10-26T19:58:53.135" v="50"/>
          <ac:spMkLst>
            <pc:docMk/>
            <pc:sldMk cId="3127622569" sldId="263"/>
            <ac:spMk id="29" creationId="{2AB45D90-3B32-8FED-C034-13E2894E4DD9}"/>
          </ac:spMkLst>
        </pc:spChg>
        <pc:spChg chg="mod">
          <ac:chgData name="Jack Wilson" userId="e1a19eef-53a3-48d9-917d-50c2525d4946" providerId="ADAL" clId="{1292E4CB-EE98-4EDA-B163-ABF9C373F39A}" dt="2026-10-26T19:58:53.135" v="50"/>
          <ac:spMkLst>
            <pc:docMk/>
            <pc:sldMk cId="3127622569" sldId="263"/>
            <ac:spMk id="31" creationId="{F81791F4-DC66-C05E-71B3-DA00AE72ED91}"/>
          </ac:spMkLst>
        </pc:spChg>
        <pc:spChg chg="mod">
          <ac:chgData name="Jack Wilson" userId="e1a19eef-53a3-48d9-917d-50c2525d4946" providerId="ADAL" clId="{1292E4CB-EE98-4EDA-B163-ABF9C373F39A}" dt="2026-10-26T19:58:53.135" v="50"/>
          <ac:spMkLst>
            <pc:docMk/>
            <pc:sldMk cId="3127622569" sldId="263"/>
            <ac:spMk id="32" creationId="{A5786304-C864-4545-947C-B3A6C1260990}"/>
          </ac:spMkLst>
        </pc:spChg>
        <pc:spChg chg="add mod">
          <ac:chgData name="Jack Wilson" userId="e1a19eef-53a3-48d9-917d-50c2525d4946" providerId="ADAL" clId="{1292E4CB-EE98-4EDA-B163-ABF9C373F39A}" dt="2026-10-26T20:05:29.957" v="61"/>
          <ac:spMkLst>
            <pc:docMk/>
            <pc:sldMk cId="3127622569" sldId="263"/>
            <ac:spMk id="33" creationId="{4393B4C1-8A49-E19B-860F-D3E2CAB8CAC0}"/>
          </ac:spMkLst>
        </pc:spChg>
        <pc:spChg chg="mod">
          <ac:chgData name="Jack Wilson" userId="e1a19eef-53a3-48d9-917d-50c2525d4946" providerId="ADAL" clId="{1292E4CB-EE98-4EDA-B163-ABF9C373F39A}" dt="2026-10-26T19:59:37.723" v="51"/>
          <ac:spMkLst>
            <pc:docMk/>
            <pc:sldMk cId="3127622569" sldId="263"/>
            <ac:spMk id="35" creationId="{EF2C27A6-83C9-34FA-D01D-308E7445873C}"/>
          </ac:spMkLst>
        </pc:spChg>
        <pc:spChg chg="mod">
          <ac:chgData name="Jack Wilson" userId="e1a19eef-53a3-48d9-917d-50c2525d4946" providerId="ADAL" clId="{1292E4CB-EE98-4EDA-B163-ABF9C373F39A}" dt="2026-10-26T19:59:37.723" v="51"/>
          <ac:spMkLst>
            <pc:docMk/>
            <pc:sldMk cId="3127622569" sldId="263"/>
            <ac:spMk id="36" creationId="{7688BB60-D063-0640-91C9-7B5C7F0467BA}"/>
          </ac:spMkLst>
        </pc:spChg>
        <pc:spChg chg="add mod">
          <ac:chgData name="Jack Wilson" userId="e1a19eef-53a3-48d9-917d-50c2525d4946" providerId="ADAL" clId="{1292E4CB-EE98-4EDA-B163-ABF9C373F39A}" dt="2026-10-26T19:59:44.679" v="52"/>
          <ac:spMkLst>
            <pc:docMk/>
            <pc:sldMk cId="3127622569" sldId="263"/>
            <ac:spMk id="37" creationId="{470BE287-6501-EE95-4989-6ACA23D85E9C}"/>
          </ac:spMkLst>
        </pc:spChg>
        <pc:spChg chg="mod">
          <ac:chgData name="Jack Wilson" userId="e1a19eef-53a3-48d9-917d-50c2525d4946" providerId="ADAL" clId="{1292E4CB-EE98-4EDA-B163-ABF9C373F39A}" dt="2026-10-26T19:59:44.679" v="52"/>
          <ac:spMkLst>
            <pc:docMk/>
            <pc:sldMk cId="3127622569" sldId="263"/>
            <ac:spMk id="39" creationId="{E0D71C28-8B1C-E88C-2C06-0BFACEE12C1E}"/>
          </ac:spMkLst>
        </pc:spChg>
        <pc:spChg chg="mod">
          <ac:chgData name="Jack Wilson" userId="e1a19eef-53a3-48d9-917d-50c2525d4946" providerId="ADAL" clId="{1292E4CB-EE98-4EDA-B163-ABF9C373F39A}" dt="2026-10-26T19:59:44.679" v="52"/>
          <ac:spMkLst>
            <pc:docMk/>
            <pc:sldMk cId="3127622569" sldId="263"/>
            <ac:spMk id="40" creationId="{26D874DD-EF69-BAE2-7C31-68CA0161D49F}"/>
          </ac:spMkLst>
        </pc:spChg>
        <pc:spChg chg="add mod">
          <ac:chgData name="Jack Wilson" userId="e1a19eef-53a3-48d9-917d-50c2525d4946" providerId="ADAL" clId="{1292E4CB-EE98-4EDA-B163-ABF9C373F39A}" dt="2026-10-26T19:59:50.155" v="53"/>
          <ac:spMkLst>
            <pc:docMk/>
            <pc:sldMk cId="3127622569" sldId="263"/>
            <ac:spMk id="41" creationId="{82B07A2D-8A3E-777D-CCDD-66E658338263}"/>
          </ac:spMkLst>
        </pc:spChg>
        <pc:spChg chg="mod">
          <ac:chgData name="Jack Wilson" userId="e1a19eef-53a3-48d9-917d-50c2525d4946" providerId="ADAL" clId="{1292E4CB-EE98-4EDA-B163-ABF9C373F39A}" dt="2026-10-26T19:59:50.155" v="53"/>
          <ac:spMkLst>
            <pc:docMk/>
            <pc:sldMk cId="3127622569" sldId="263"/>
            <ac:spMk id="43" creationId="{0AD9AE3F-5C6B-150D-CAD6-E8E7A2319D55}"/>
          </ac:spMkLst>
        </pc:spChg>
        <pc:spChg chg="mod">
          <ac:chgData name="Jack Wilson" userId="e1a19eef-53a3-48d9-917d-50c2525d4946" providerId="ADAL" clId="{1292E4CB-EE98-4EDA-B163-ABF9C373F39A}" dt="2026-10-26T19:59:50.155" v="53"/>
          <ac:spMkLst>
            <pc:docMk/>
            <pc:sldMk cId="3127622569" sldId="263"/>
            <ac:spMk id="44" creationId="{26C6A7A0-5DB3-55E4-3BD9-CD077AD03D83}"/>
          </ac:spMkLst>
        </pc:spChg>
        <pc:spChg chg="add mod">
          <ac:chgData name="Jack Wilson" userId="e1a19eef-53a3-48d9-917d-50c2525d4946" providerId="ADAL" clId="{1292E4CB-EE98-4EDA-B163-ABF9C373F39A}" dt="2026-10-26T19:59:56.176" v="54"/>
          <ac:spMkLst>
            <pc:docMk/>
            <pc:sldMk cId="3127622569" sldId="263"/>
            <ac:spMk id="45" creationId="{0BFFC30E-5314-8B2E-1CA2-119614BA7290}"/>
          </ac:spMkLst>
        </pc:spChg>
        <pc:spChg chg="mod">
          <ac:chgData name="Jack Wilson" userId="e1a19eef-53a3-48d9-917d-50c2525d4946" providerId="ADAL" clId="{1292E4CB-EE98-4EDA-B163-ABF9C373F39A}" dt="2026-10-26T19:59:56.176" v="54"/>
          <ac:spMkLst>
            <pc:docMk/>
            <pc:sldMk cId="3127622569" sldId="263"/>
            <ac:spMk id="47" creationId="{E2B20F4D-57E1-98A0-0630-41FE14EA8485}"/>
          </ac:spMkLst>
        </pc:spChg>
        <pc:spChg chg="mod">
          <ac:chgData name="Jack Wilson" userId="e1a19eef-53a3-48d9-917d-50c2525d4946" providerId="ADAL" clId="{1292E4CB-EE98-4EDA-B163-ABF9C373F39A}" dt="2026-10-26T19:59:56.176" v="54"/>
          <ac:spMkLst>
            <pc:docMk/>
            <pc:sldMk cId="3127622569" sldId="263"/>
            <ac:spMk id="48" creationId="{91524EC0-82A8-DD6F-B154-EBFF2F8AE2B3}"/>
          </ac:spMkLst>
        </pc:spChg>
        <pc:spChg chg="mod">
          <ac:chgData name="Jack Wilson" userId="e1a19eef-53a3-48d9-917d-50c2525d4946" providerId="ADAL" clId="{1292E4CB-EE98-4EDA-B163-ABF9C373F39A}" dt="2026-10-26T20:00:40.396" v="55" actId="164"/>
          <ac:spMkLst>
            <pc:docMk/>
            <pc:sldMk cId="3127622569" sldId="263"/>
            <ac:spMk id="50" creationId="{E2B17415-A4D9-7D6D-835D-EE66005786A1}"/>
          </ac:spMkLst>
        </pc:spChg>
        <pc:spChg chg="mod">
          <ac:chgData name="Jack Wilson" userId="e1a19eef-53a3-48d9-917d-50c2525d4946" providerId="ADAL" clId="{1292E4CB-EE98-4EDA-B163-ABF9C373F39A}" dt="2026-10-26T20:00:54.653" v="56"/>
          <ac:spMkLst>
            <pc:docMk/>
            <pc:sldMk cId="3127622569" sldId="263"/>
            <ac:spMk id="53" creationId="{C45DE43B-DC33-C7BC-A3BF-3A6E0F33EBA0}"/>
          </ac:spMkLst>
        </pc:spChg>
        <pc:spChg chg="mod">
          <ac:chgData name="Jack Wilson" userId="e1a19eef-53a3-48d9-917d-50c2525d4946" providerId="ADAL" clId="{1292E4CB-EE98-4EDA-B163-ABF9C373F39A}" dt="2026-10-26T20:00:54.653" v="56"/>
          <ac:spMkLst>
            <pc:docMk/>
            <pc:sldMk cId="3127622569" sldId="263"/>
            <ac:spMk id="54" creationId="{C68BCC51-D6E7-53FD-B33E-FD4D1C739B2A}"/>
          </ac:spMkLst>
        </pc:spChg>
        <pc:spChg chg="mod">
          <ac:chgData name="Jack Wilson" userId="e1a19eef-53a3-48d9-917d-50c2525d4946" providerId="ADAL" clId="{1292E4CB-EE98-4EDA-B163-ABF9C373F39A}" dt="2026-10-26T20:00:59.687" v="57"/>
          <ac:spMkLst>
            <pc:docMk/>
            <pc:sldMk cId="3127622569" sldId="263"/>
            <ac:spMk id="56" creationId="{02188887-CD8C-454F-08E7-E912F5554472}"/>
          </ac:spMkLst>
        </pc:spChg>
        <pc:spChg chg="mod">
          <ac:chgData name="Jack Wilson" userId="e1a19eef-53a3-48d9-917d-50c2525d4946" providerId="ADAL" clId="{1292E4CB-EE98-4EDA-B163-ABF9C373F39A}" dt="2026-10-26T20:00:59.687" v="57"/>
          <ac:spMkLst>
            <pc:docMk/>
            <pc:sldMk cId="3127622569" sldId="263"/>
            <ac:spMk id="57" creationId="{C977A17A-F79D-D3A5-6315-75356909E82D}"/>
          </ac:spMkLst>
        </pc:spChg>
        <pc:spChg chg="mod">
          <ac:chgData name="Jack Wilson" userId="e1a19eef-53a3-48d9-917d-50c2525d4946" providerId="ADAL" clId="{1292E4CB-EE98-4EDA-B163-ABF9C373F39A}" dt="2026-10-26T20:01:03.069" v="58"/>
          <ac:spMkLst>
            <pc:docMk/>
            <pc:sldMk cId="3127622569" sldId="263"/>
            <ac:spMk id="59" creationId="{B707DBAA-3D4A-02A1-F6A8-7E0979DBD52F}"/>
          </ac:spMkLst>
        </pc:spChg>
        <pc:spChg chg="mod">
          <ac:chgData name="Jack Wilson" userId="e1a19eef-53a3-48d9-917d-50c2525d4946" providerId="ADAL" clId="{1292E4CB-EE98-4EDA-B163-ABF9C373F39A}" dt="2026-10-26T20:01:03.069" v="58"/>
          <ac:spMkLst>
            <pc:docMk/>
            <pc:sldMk cId="3127622569" sldId="263"/>
            <ac:spMk id="60" creationId="{63D97FC5-5804-3832-191B-CA1112854DEF}"/>
          </ac:spMkLst>
        </pc:spChg>
        <pc:spChg chg="mod">
          <ac:chgData name="Jack Wilson" userId="e1a19eef-53a3-48d9-917d-50c2525d4946" providerId="ADAL" clId="{1292E4CB-EE98-4EDA-B163-ABF9C373F39A}" dt="2026-10-26T20:01:08.887" v="59"/>
          <ac:spMkLst>
            <pc:docMk/>
            <pc:sldMk cId="3127622569" sldId="263"/>
            <ac:spMk id="62" creationId="{7920EB58-7CE0-7EC6-0812-5068082148A1}"/>
          </ac:spMkLst>
        </pc:spChg>
        <pc:spChg chg="mod">
          <ac:chgData name="Jack Wilson" userId="e1a19eef-53a3-48d9-917d-50c2525d4946" providerId="ADAL" clId="{1292E4CB-EE98-4EDA-B163-ABF9C373F39A}" dt="2026-10-26T20:01:08.887" v="59"/>
          <ac:spMkLst>
            <pc:docMk/>
            <pc:sldMk cId="3127622569" sldId="263"/>
            <ac:spMk id="63" creationId="{D835BE11-5F3D-AE91-28DF-E724339188E2}"/>
          </ac:spMkLst>
        </pc:spChg>
        <pc:grpChg chg="add mod">
          <ac:chgData name="Jack Wilson" userId="e1a19eef-53a3-48d9-917d-50c2525d4946" providerId="ADAL" clId="{1292E4CB-EE98-4EDA-B163-ABF9C373F39A}" dt="2026-10-26T19:58:18.825" v="46" actId="164"/>
          <ac:grpSpMkLst>
            <pc:docMk/>
            <pc:sldMk cId="3127622569" sldId="263"/>
            <ac:grpSpMk id="16" creationId="{5ABC92A2-296A-D80B-6244-007A4FA29E64}"/>
          </ac:grpSpMkLst>
        </pc:grpChg>
        <pc:grpChg chg="add mod">
          <ac:chgData name="Jack Wilson" userId="e1a19eef-53a3-48d9-917d-50c2525d4946" providerId="ADAL" clId="{1292E4CB-EE98-4EDA-B163-ABF9C373F39A}" dt="2026-10-26T19:58:22.759" v="47"/>
          <ac:grpSpMkLst>
            <pc:docMk/>
            <pc:sldMk cId="3127622569" sldId="263"/>
            <ac:grpSpMk id="18" creationId="{612AC9B6-0EB3-27A5-3519-3989577468DF}"/>
          </ac:grpSpMkLst>
        </pc:grpChg>
        <pc:grpChg chg="add mod">
          <ac:chgData name="Jack Wilson" userId="e1a19eef-53a3-48d9-917d-50c2525d4946" providerId="ADAL" clId="{1292E4CB-EE98-4EDA-B163-ABF9C373F39A}" dt="2026-10-26T19:58:40.500" v="48"/>
          <ac:grpSpMkLst>
            <pc:docMk/>
            <pc:sldMk cId="3127622569" sldId="263"/>
            <ac:grpSpMk id="22" creationId="{76476913-5F43-2D38-27CC-9211C40A5C6A}"/>
          </ac:grpSpMkLst>
        </pc:grpChg>
        <pc:grpChg chg="add mod">
          <ac:chgData name="Jack Wilson" userId="e1a19eef-53a3-48d9-917d-50c2525d4946" providerId="ADAL" clId="{1292E4CB-EE98-4EDA-B163-ABF9C373F39A}" dt="2026-10-26T19:58:47.097" v="49"/>
          <ac:grpSpMkLst>
            <pc:docMk/>
            <pc:sldMk cId="3127622569" sldId="263"/>
            <ac:grpSpMk id="26" creationId="{2C9C9A89-EAE7-D4F6-EB1C-F92E63FDFB48}"/>
          </ac:grpSpMkLst>
        </pc:grpChg>
        <pc:grpChg chg="add mod">
          <ac:chgData name="Jack Wilson" userId="e1a19eef-53a3-48d9-917d-50c2525d4946" providerId="ADAL" clId="{1292E4CB-EE98-4EDA-B163-ABF9C373F39A}" dt="2026-10-26T19:58:53.135" v="50"/>
          <ac:grpSpMkLst>
            <pc:docMk/>
            <pc:sldMk cId="3127622569" sldId="263"/>
            <ac:grpSpMk id="30" creationId="{E4BB1DB6-0A65-48B0-6ED4-AB10332499C3}"/>
          </ac:grpSpMkLst>
        </pc:grpChg>
        <pc:grpChg chg="add mod">
          <ac:chgData name="Jack Wilson" userId="e1a19eef-53a3-48d9-917d-50c2525d4946" providerId="ADAL" clId="{1292E4CB-EE98-4EDA-B163-ABF9C373F39A}" dt="2026-10-26T19:59:37.723" v="51"/>
          <ac:grpSpMkLst>
            <pc:docMk/>
            <pc:sldMk cId="3127622569" sldId="263"/>
            <ac:grpSpMk id="34" creationId="{54BF5223-E9C2-A9E9-816D-8E6DE6BACE60}"/>
          </ac:grpSpMkLst>
        </pc:grpChg>
        <pc:grpChg chg="add mod">
          <ac:chgData name="Jack Wilson" userId="e1a19eef-53a3-48d9-917d-50c2525d4946" providerId="ADAL" clId="{1292E4CB-EE98-4EDA-B163-ABF9C373F39A}" dt="2026-10-26T19:59:44.679" v="52"/>
          <ac:grpSpMkLst>
            <pc:docMk/>
            <pc:sldMk cId="3127622569" sldId="263"/>
            <ac:grpSpMk id="38" creationId="{9CAD3EC1-1A26-3713-49BB-DFD27B1E7E96}"/>
          </ac:grpSpMkLst>
        </pc:grpChg>
        <pc:grpChg chg="add mod">
          <ac:chgData name="Jack Wilson" userId="e1a19eef-53a3-48d9-917d-50c2525d4946" providerId="ADAL" clId="{1292E4CB-EE98-4EDA-B163-ABF9C373F39A}" dt="2026-10-26T19:59:50.155" v="53"/>
          <ac:grpSpMkLst>
            <pc:docMk/>
            <pc:sldMk cId="3127622569" sldId="263"/>
            <ac:grpSpMk id="42" creationId="{6FC15C7F-DF3B-0DFE-9041-620B1A6513AB}"/>
          </ac:grpSpMkLst>
        </pc:grpChg>
        <pc:grpChg chg="add mod">
          <ac:chgData name="Jack Wilson" userId="e1a19eef-53a3-48d9-917d-50c2525d4946" providerId="ADAL" clId="{1292E4CB-EE98-4EDA-B163-ABF9C373F39A}" dt="2026-10-26T19:59:56.176" v="54"/>
          <ac:grpSpMkLst>
            <pc:docMk/>
            <pc:sldMk cId="3127622569" sldId="263"/>
            <ac:grpSpMk id="46" creationId="{05F57E34-A064-6AC3-174F-04BF658E5D97}"/>
          </ac:grpSpMkLst>
        </pc:grpChg>
        <pc:grpChg chg="add mod">
          <ac:chgData name="Jack Wilson" userId="e1a19eef-53a3-48d9-917d-50c2525d4946" providerId="ADAL" clId="{1292E4CB-EE98-4EDA-B163-ABF9C373F39A}" dt="2026-10-26T20:00:40.396" v="55" actId="164"/>
          <ac:grpSpMkLst>
            <pc:docMk/>
            <pc:sldMk cId="3127622569" sldId="263"/>
            <ac:grpSpMk id="51" creationId="{4F8B0556-2746-E0EA-E891-02C81C34CCB7}"/>
          </ac:grpSpMkLst>
        </pc:grpChg>
        <pc:grpChg chg="add mod">
          <ac:chgData name="Jack Wilson" userId="e1a19eef-53a3-48d9-917d-50c2525d4946" providerId="ADAL" clId="{1292E4CB-EE98-4EDA-B163-ABF9C373F39A}" dt="2026-10-26T20:00:54.653" v="56"/>
          <ac:grpSpMkLst>
            <pc:docMk/>
            <pc:sldMk cId="3127622569" sldId="263"/>
            <ac:grpSpMk id="52" creationId="{2D5A8A64-02AA-DDE4-7C0D-53B5F9F7EDDD}"/>
          </ac:grpSpMkLst>
        </pc:grpChg>
        <pc:grpChg chg="add mod">
          <ac:chgData name="Jack Wilson" userId="e1a19eef-53a3-48d9-917d-50c2525d4946" providerId="ADAL" clId="{1292E4CB-EE98-4EDA-B163-ABF9C373F39A}" dt="2026-10-26T20:00:59.687" v="57"/>
          <ac:grpSpMkLst>
            <pc:docMk/>
            <pc:sldMk cId="3127622569" sldId="263"/>
            <ac:grpSpMk id="55" creationId="{778113D6-C798-171E-BCD3-D75BDD893343}"/>
          </ac:grpSpMkLst>
        </pc:grpChg>
        <pc:grpChg chg="add mod">
          <ac:chgData name="Jack Wilson" userId="e1a19eef-53a3-48d9-917d-50c2525d4946" providerId="ADAL" clId="{1292E4CB-EE98-4EDA-B163-ABF9C373F39A}" dt="2026-10-26T20:01:03.069" v="58"/>
          <ac:grpSpMkLst>
            <pc:docMk/>
            <pc:sldMk cId="3127622569" sldId="263"/>
            <ac:grpSpMk id="58" creationId="{6ECD4784-F4F0-DF2D-A595-E0898C3A3615}"/>
          </ac:grpSpMkLst>
        </pc:grpChg>
        <pc:grpChg chg="add mod">
          <ac:chgData name="Jack Wilson" userId="e1a19eef-53a3-48d9-917d-50c2525d4946" providerId="ADAL" clId="{1292E4CB-EE98-4EDA-B163-ABF9C373F39A}" dt="2026-10-26T20:01:08.887" v="59"/>
          <ac:grpSpMkLst>
            <pc:docMk/>
            <pc:sldMk cId="3127622569" sldId="263"/>
            <ac:grpSpMk id="61" creationId="{E175CDA0-4C42-3A15-469E-4A5750E3AD91}"/>
          </ac:grpSpMkLst>
        </pc:grpChg>
      </pc:sldChg>
      <pc:sldChg chg="addSp delSp modSp">
        <pc:chgData name="Jack Wilson" userId="e1a19eef-53a3-48d9-917d-50c2525d4946" providerId="ADAL" clId="{1292E4CB-EE98-4EDA-B163-ABF9C373F39A}" dt="2026-10-26T15:53:59.528" v="25"/>
        <pc:sldMkLst>
          <pc:docMk/>
          <pc:sldMk cId="3789724573" sldId="264"/>
        </pc:sldMkLst>
        <pc:spChg chg="add del">
          <ac:chgData name="Jack Wilson" userId="e1a19eef-53a3-48d9-917d-50c2525d4946" providerId="ADAL" clId="{1292E4CB-EE98-4EDA-B163-ABF9C373F39A}" dt="2026-10-26T15:53:02.682" v="24" actId="12084"/>
          <ac:spMkLst>
            <pc:docMk/>
            <pc:sldMk cId="3789724573" sldId="264"/>
            <ac:spMk id="3" creationId="{562623C0-7CF0-C2DC-C163-42CA47A2D8CE}"/>
          </ac:spMkLst>
        </pc:spChg>
        <pc:spChg chg="mod">
          <ac:chgData name="Jack Wilson" userId="e1a19eef-53a3-48d9-917d-50c2525d4946" providerId="ADAL" clId="{1292E4CB-EE98-4EDA-B163-ABF9C373F39A}" dt="2026-10-26T15:53:59.528" v="25"/>
          <ac:spMkLst>
            <pc:docMk/>
            <pc:sldMk cId="3789724573" sldId="264"/>
            <ac:spMk id="8" creationId="{44C87E37-7416-1D13-E7E3-AF74705C87D2}"/>
          </ac:spMkLst>
        </pc:spChg>
        <pc:graphicFrameChg chg="add mod">
          <ac:chgData name="Jack Wilson" userId="e1a19eef-53a3-48d9-917d-50c2525d4946" providerId="ADAL" clId="{1292E4CB-EE98-4EDA-B163-ABF9C373F39A}" dt="2026-10-26T15:53:02.682" v="24" actId="12084"/>
          <ac:graphicFrameMkLst>
            <pc:docMk/>
            <pc:sldMk cId="3789724573" sldId="264"/>
            <ac:graphicFrameMk id="6" creationId="{297FDD8F-4023-31D4-097D-8053F522A3AD}"/>
          </ac:graphicFrameMkLst>
        </pc:graphicFrameChg>
      </pc:sldChg>
      <pc:sldChg chg="ord">
        <pc:chgData name="Jack Wilson" userId="e1a19eef-53a3-48d9-917d-50c2525d4946" providerId="ADAL" clId="{1292E4CB-EE98-4EDA-B163-ABF9C373F39A}" dt="2026-10-26T20:40:07.793" v="69"/>
        <pc:sldMkLst>
          <pc:docMk/>
          <pc:sldMk cId="3204143502" sldId="265"/>
        </pc:sldMkLst>
      </pc:sldChg>
      <pc:sldChg chg="add">
        <pc:chgData name="Jack Wilson" userId="e1a19eef-53a3-48d9-917d-50c2525d4946" providerId="ADAL" clId="{1292E4CB-EE98-4EDA-B163-ABF9C373F39A}" dt="2026-10-26T16:26:17.642" v="27"/>
        <pc:sldMkLst>
          <pc:docMk/>
          <pc:sldMk cId="3780194461" sldId="267"/>
        </pc:sldMkLst>
      </pc:sldChg>
      <pc:sldChg chg="add">
        <pc:chgData name="Jack Wilson" userId="e1a19eef-53a3-48d9-917d-50c2525d4946" providerId="ADAL" clId="{1292E4CB-EE98-4EDA-B163-ABF9C373F39A}" dt="2026-10-26T16:26:17.946" v="28"/>
        <pc:sldMkLst>
          <pc:docMk/>
          <pc:sldMk cId="2048605386" sldId="268"/>
        </pc:sldMkLst>
      </pc:sldChg>
      <pc:sldChg chg="add">
        <pc:chgData name="Jack Wilson" userId="e1a19eef-53a3-48d9-917d-50c2525d4946" providerId="ADAL" clId="{1292E4CB-EE98-4EDA-B163-ABF9C373F39A}" dt="2026-10-26T16:26:18.177" v="29"/>
        <pc:sldMkLst>
          <pc:docMk/>
          <pc:sldMk cId="1751283851" sldId="269"/>
        </pc:sldMkLst>
      </pc:sldChg>
      <pc:sldChg chg="add">
        <pc:chgData name="Jack Wilson" userId="e1a19eef-53a3-48d9-917d-50c2525d4946" providerId="ADAL" clId="{1292E4CB-EE98-4EDA-B163-ABF9C373F39A}" dt="2026-10-26T16:26:18.385" v="30"/>
        <pc:sldMkLst>
          <pc:docMk/>
          <pc:sldMk cId="4075972641" sldId="270"/>
        </pc:sldMkLst>
      </pc:sldChg>
      <pc:sldChg chg="add">
        <pc:chgData name="Jack Wilson" userId="e1a19eef-53a3-48d9-917d-50c2525d4946" providerId="ADAL" clId="{1292E4CB-EE98-4EDA-B163-ABF9C373F39A}" dt="2026-10-26T16:26:18.574" v="31"/>
        <pc:sldMkLst>
          <pc:docMk/>
          <pc:sldMk cId="959885550" sldId="271"/>
        </pc:sldMkLst>
      </pc:sldChg>
      <pc:sldChg chg="add">
        <pc:chgData name="Jack Wilson" userId="e1a19eef-53a3-48d9-917d-50c2525d4946" providerId="ADAL" clId="{1292E4CB-EE98-4EDA-B163-ABF9C373F39A}" dt="2026-10-26T16:26:18.764" v="32"/>
        <pc:sldMkLst>
          <pc:docMk/>
          <pc:sldMk cId="2027546032" sldId="272"/>
        </pc:sldMkLst>
      </pc:sldChg>
      <pc:sldChg chg="modSp add">
        <pc:chgData name="Jack Wilson" userId="e1a19eef-53a3-48d9-917d-50c2525d4946" providerId="ADAL" clId="{1292E4CB-EE98-4EDA-B163-ABF9C373F39A}" dt="2026-10-26T16:28:43.607" v="37"/>
        <pc:sldMkLst>
          <pc:docMk/>
          <pc:sldMk cId="4002900513" sldId="273"/>
        </pc:sldMkLst>
        <pc:spChg chg="mod">
          <ac:chgData name="Jack Wilson" userId="e1a19eef-53a3-48d9-917d-50c2525d4946" providerId="ADAL" clId="{1292E4CB-EE98-4EDA-B163-ABF9C373F39A}" dt="2026-10-26T16:28:43.607" v="37"/>
          <ac:spMkLst>
            <pc:docMk/>
            <pc:sldMk cId="4002900513" sldId="273"/>
            <ac:spMk id="2" creationId="{58736AFC-1C63-E6B9-5EC9-729489BABCC7}"/>
          </ac:spMkLst>
        </pc:spChg>
      </pc:sldChg>
      <pc:sldChg chg="modSp add">
        <pc:chgData name="Jack Wilson" userId="e1a19eef-53a3-48d9-917d-50c2525d4946" providerId="ADAL" clId="{1292E4CB-EE98-4EDA-B163-ABF9C373F39A}" dt="2026-10-26T16:28:45.628" v="38"/>
        <pc:sldMkLst>
          <pc:docMk/>
          <pc:sldMk cId="3828957771" sldId="274"/>
        </pc:sldMkLst>
        <pc:spChg chg="mod">
          <ac:chgData name="Jack Wilson" userId="e1a19eef-53a3-48d9-917d-50c2525d4946" providerId="ADAL" clId="{1292E4CB-EE98-4EDA-B163-ABF9C373F39A}" dt="2026-10-26T16:28:45.628" v="38"/>
          <ac:spMkLst>
            <pc:docMk/>
            <pc:sldMk cId="3828957771" sldId="274"/>
            <ac:spMk id="2" creationId="{CB1E786E-8B7C-EC5B-3A86-58E01D37238D}"/>
          </ac:spMkLst>
        </pc:spChg>
      </pc:sldChg>
      <pc:sldChg chg="modSp add">
        <pc:chgData name="Jack Wilson" userId="e1a19eef-53a3-48d9-917d-50c2525d4946" providerId="ADAL" clId="{1292E4CB-EE98-4EDA-B163-ABF9C373F39A}" dt="2026-10-26T16:28:47.532" v="39"/>
        <pc:sldMkLst>
          <pc:docMk/>
          <pc:sldMk cId="1017895340" sldId="275"/>
        </pc:sldMkLst>
        <pc:spChg chg="mod">
          <ac:chgData name="Jack Wilson" userId="e1a19eef-53a3-48d9-917d-50c2525d4946" providerId="ADAL" clId="{1292E4CB-EE98-4EDA-B163-ABF9C373F39A}" dt="2026-10-26T16:28:47.532" v="39"/>
          <ac:spMkLst>
            <pc:docMk/>
            <pc:sldMk cId="1017895340" sldId="275"/>
            <ac:spMk id="2" creationId="{C4673F54-85D0-1193-AA3C-FAF193010E74}"/>
          </ac:spMkLst>
        </pc:spChg>
      </pc:sldChg>
      <pc:sldChg chg="modSp add">
        <pc:chgData name="Jack Wilson" userId="e1a19eef-53a3-48d9-917d-50c2525d4946" providerId="ADAL" clId="{1292E4CB-EE98-4EDA-B163-ABF9C373F39A}" dt="2026-10-26T16:29:59.190" v="40"/>
        <pc:sldMkLst>
          <pc:docMk/>
          <pc:sldMk cId="3315330643" sldId="276"/>
        </pc:sldMkLst>
        <pc:spChg chg="mod">
          <ac:chgData name="Jack Wilson" userId="e1a19eef-53a3-48d9-917d-50c2525d4946" providerId="ADAL" clId="{1292E4CB-EE98-4EDA-B163-ABF9C373F39A}" dt="2026-10-26T16:29:59.190" v="40"/>
          <ac:spMkLst>
            <pc:docMk/>
            <pc:sldMk cId="3315330643" sldId="276"/>
            <ac:spMk id="2" creationId="{08806F71-8F5D-8E4B-ED7F-00F6B0550B82}"/>
          </ac:spMkLst>
        </pc:spChg>
      </pc:sldChg>
      <pc:sldChg chg="add ord">
        <pc:chgData name="Jack Wilson" userId="e1a19eef-53a3-48d9-917d-50c2525d4946" providerId="ADAL" clId="{1292E4CB-EE98-4EDA-B163-ABF9C373F39A}" dt="2026-10-26T20:40:22.237" v="70"/>
        <pc:sldMkLst>
          <pc:docMk/>
          <pc:sldMk cId="3793970894" sldId="277"/>
        </pc:sldMkLst>
      </pc:sldChg>
      <pc:sldChg chg="add">
        <pc:chgData name="Jack Wilson" userId="e1a19eef-53a3-48d9-917d-50c2525d4946" providerId="ADAL" clId="{1292E4CB-EE98-4EDA-B163-ABF9C373F39A}" dt="2026-10-26T16:30:36.883" v="42"/>
        <pc:sldMkLst>
          <pc:docMk/>
          <pc:sldMk cId="1453878321" sldId="278"/>
        </pc:sldMkLst>
      </pc:sldChg>
      <pc:sldChg chg="add">
        <pc:chgData name="Jack Wilson" userId="e1a19eef-53a3-48d9-917d-50c2525d4946" providerId="ADAL" clId="{1292E4CB-EE98-4EDA-B163-ABF9C373F39A}" dt="2026-10-26T16:30:37.108" v="43"/>
        <pc:sldMkLst>
          <pc:docMk/>
          <pc:sldMk cId="4039909186" sldId="279"/>
        </pc:sldMkLst>
      </pc:sldChg>
      <pc:sldChg chg="addSp modSp">
        <pc:chgData name="Jack Wilson" userId="e1a19eef-53a3-48d9-917d-50c2525d4946" providerId="ADAL" clId="{1292E4CB-EE98-4EDA-B163-ABF9C373F39A}" dt="2026-10-27T01:11:34.317" v="82"/>
        <pc:sldMkLst>
          <pc:docMk/>
          <pc:sldMk cId="1706436620" sldId="280"/>
        </pc:sldMkLst>
        <pc:spChg chg="mod">
          <ac:chgData name="Jack Wilson" userId="e1a19eef-53a3-48d9-917d-50c2525d4946" providerId="ADAL" clId="{1292E4CB-EE98-4EDA-B163-ABF9C373F39A}" dt="2026-10-27T01:11:34.317" v="82"/>
          <ac:spMkLst>
            <pc:docMk/>
            <pc:sldMk cId="1706436620" sldId="280"/>
            <ac:spMk id="7" creationId="{02A51B2B-E777-19E2-1F63-40357D49AAD0}"/>
          </ac:spMkLst>
        </pc:spChg>
        <pc:spChg chg="mod">
          <ac:chgData name="Jack Wilson" userId="e1a19eef-53a3-48d9-917d-50c2525d4946" providerId="ADAL" clId="{1292E4CB-EE98-4EDA-B163-ABF9C373F39A}" dt="2026-10-27T01:11:34.317" v="82"/>
          <ac:spMkLst>
            <pc:docMk/>
            <pc:sldMk cId="1706436620" sldId="280"/>
            <ac:spMk id="8" creationId="{E7F7AA54-8709-CD39-BA2A-62CD93D3C2CC}"/>
          </ac:spMkLst>
        </pc:spChg>
        <pc:spChg chg="mod">
          <ac:chgData name="Jack Wilson" userId="e1a19eef-53a3-48d9-917d-50c2525d4946" providerId="ADAL" clId="{1292E4CB-EE98-4EDA-B163-ABF9C373F39A}" dt="2026-10-27T01:11:34.317" v="82"/>
          <ac:spMkLst>
            <pc:docMk/>
            <pc:sldMk cId="1706436620" sldId="280"/>
            <ac:spMk id="10" creationId="{3581B3E6-0FDF-B5A8-429C-2F7ABFB98EF7}"/>
          </ac:spMkLst>
        </pc:spChg>
        <pc:spChg chg="mod">
          <ac:chgData name="Jack Wilson" userId="e1a19eef-53a3-48d9-917d-50c2525d4946" providerId="ADAL" clId="{1292E4CB-EE98-4EDA-B163-ABF9C373F39A}" dt="2026-10-27T01:11:34.317" v="82"/>
          <ac:spMkLst>
            <pc:docMk/>
            <pc:sldMk cId="1706436620" sldId="280"/>
            <ac:spMk id="11" creationId="{CA93DD72-B6A2-5958-329B-8A150E898A94}"/>
          </ac:spMkLst>
        </pc:spChg>
        <pc:spChg chg="mod">
          <ac:chgData name="Jack Wilson" userId="e1a19eef-53a3-48d9-917d-50c2525d4946" providerId="ADAL" clId="{1292E4CB-EE98-4EDA-B163-ABF9C373F39A}" dt="2026-10-27T01:11:34.317" v="82"/>
          <ac:spMkLst>
            <pc:docMk/>
            <pc:sldMk cId="1706436620" sldId="280"/>
            <ac:spMk id="13" creationId="{F7BC5D8C-F228-DCCB-071A-A857B7CD5B34}"/>
          </ac:spMkLst>
        </pc:spChg>
        <pc:spChg chg="mod">
          <ac:chgData name="Jack Wilson" userId="e1a19eef-53a3-48d9-917d-50c2525d4946" providerId="ADAL" clId="{1292E4CB-EE98-4EDA-B163-ABF9C373F39A}" dt="2026-10-27T01:11:34.317" v="82"/>
          <ac:spMkLst>
            <pc:docMk/>
            <pc:sldMk cId="1706436620" sldId="280"/>
            <ac:spMk id="14" creationId="{39E758B9-427B-FD5A-17A7-7B6E3F6A4324}"/>
          </ac:spMkLst>
        </pc:spChg>
        <pc:grpChg chg="add mod">
          <ac:chgData name="Jack Wilson" userId="e1a19eef-53a3-48d9-917d-50c2525d4946" providerId="ADAL" clId="{1292E4CB-EE98-4EDA-B163-ABF9C373F39A}" dt="2026-10-27T01:11:34.317" v="82"/>
          <ac:grpSpMkLst>
            <pc:docMk/>
            <pc:sldMk cId="1706436620" sldId="280"/>
            <ac:grpSpMk id="6" creationId="{1A0B3E96-2775-C33E-6627-D3B8FE1E9990}"/>
          </ac:grpSpMkLst>
        </pc:grpChg>
        <pc:grpChg chg="add mod">
          <ac:chgData name="Jack Wilson" userId="e1a19eef-53a3-48d9-917d-50c2525d4946" providerId="ADAL" clId="{1292E4CB-EE98-4EDA-B163-ABF9C373F39A}" dt="2026-10-27T01:11:34.317" v="82"/>
          <ac:grpSpMkLst>
            <pc:docMk/>
            <pc:sldMk cId="1706436620" sldId="280"/>
            <ac:grpSpMk id="9" creationId="{3E8BBD8F-BBBF-6CEE-6072-6DF79D48AF53}"/>
          </ac:grpSpMkLst>
        </pc:grpChg>
        <pc:grpChg chg="add mod">
          <ac:chgData name="Jack Wilson" userId="e1a19eef-53a3-48d9-917d-50c2525d4946" providerId="ADAL" clId="{1292E4CB-EE98-4EDA-B163-ABF9C373F39A}" dt="2026-10-27T01:11:34.317" v="82"/>
          <ac:grpSpMkLst>
            <pc:docMk/>
            <pc:sldMk cId="1706436620" sldId="280"/>
            <ac:grpSpMk id="12" creationId="{44F32169-2E8B-1DB1-B6CA-A23FB9FEACBC}"/>
          </ac:grpSpMkLst>
        </pc:grpChg>
      </pc:sldChg>
      <pc:sldChg chg="add">
        <pc:chgData name="Jack Wilson" userId="e1a19eef-53a3-48d9-917d-50c2525d4946" providerId="ADAL" clId="{1292E4CB-EE98-4EDA-B163-ABF9C373F39A}" dt="2026-10-26T16:30:37.335" v="44"/>
        <pc:sldMkLst>
          <pc:docMk/>
          <pc:sldMk cId="2953955994" sldId="280"/>
        </pc:sldMkLst>
      </pc:sldChg>
      <pc:sldChg chg="add">
        <pc:chgData name="Jack Wilson" userId="e1a19eef-53a3-48d9-917d-50c2525d4946" providerId="ADAL" clId="{1292E4CB-EE98-4EDA-B163-ABF9C373F39A}" dt="2026-10-27T01:19:06.797" v="84"/>
        <pc:sldMkLst>
          <pc:docMk/>
          <pc:sldMk cId="1628254445" sldId="281"/>
        </pc:sldMkLst>
      </pc:sldChg>
      <pc:sldChg chg="modSp add">
        <pc:chgData name="Jack Wilson" userId="e1a19eef-53a3-48d9-917d-50c2525d4946" providerId="ADAL" clId="{1292E4CB-EE98-4EDA-B163-ABF9C373F39A}" dt="2026-10-27T03:15:08.903" v="186"/>
        <pc:sldMkLst>
          <pc:docMk/>
          <pc:sldMk cId="2537019802" sldId="282"/>
        </pc:sldMkLst>
        <pc:spChg chg="mod">
          <ac:chgData name="Jack Wilson" userId="e1a19eef-53a3-48d9-917d-50c2525d4946" providerId="ADAL" clId="{1292E4CB-EE98-4EDA-B163-ABF9C373F39A}" dt="2026-10-27T03:15:08.903" v="186"/>
          <ac:spMkLst>
            <pc:docMk/>
            <pc:sldMk cId="2537019802" sldId="282"/>
            <ac:spMk id="2" creationId="{5B58927E-FAA5-E9FA-6787-726C505ECCB8}"/>
          </ac:spMkLst>
        </pc:spChg>
      </pc:sldChg>
      <pc:sldChg chg="modSp add">
        <pc:chgData name="Jack Wilson" userId="e1a19eef-53a3-48d9-917d-50c2525d4946" providerId="ADAL" clId="{1292E4CB-EE98-4EDA-B163-ABF9C373F39A}" dt="2026-10-27T03:14:59.027" v="182"/>
        <pc:sldMkLst>
          <pc:docMk/>
          <pc:sldMk cId="2553849255" sldId="283"/>
        </pc:sldMkLst>
        <pc:spChg chg="mod">
          <ac:chgData name="Jack Wilson" userId="e1a19eef-53a3-48d9-917d-50c2525d4946" providerId="ADAL" clId="{1292E4CB-EE98-4EDA-B163-ABF9C373F39A}" dt="2026-10-27T03:14:59.027" v="182"/>
          <ac:spMkLst>
            <pc:docMk/>
            <pc:sldMk cId="2553849255" sldId="283"/>
            <ac:spMk id="2" creationId="{3050DBB9-E9F1-C72C-3667-CEF7C89A8B26}"/>
          </ac:spMkLst>
        </pc:spChg>
      </pc:sldChg>
      <pc:sldChg chg="modSp add">
        <pc:chgData name="Jack Wilson" userId="e1a19eef-53a3-48d9-917d-50c2525d4946" providerId="ADAL" clId="{1292E4CB-EE98-4EDA-B163-ABF9C373F39A}" dt="2026-10-27T03:15:01.609" v="183"/>
        <pc:sldMkLst>
          <pc:docMk/>
          <pc:sldMk cId="3434251480" sldId="284"/>
        </pc:sldMkLst>
        <pc:spChg chg="mod">
          <ac:chgData name="Jack Wilson" userId="e1a19eef-53a3-48d9-917d-50c2525d4946" providerId="ADAL" clId="{1292E4CB-EE98-4EDA-B163-ABF9C373F39A}" dt="2026-10-27T03:15:01.609" v="183"/>
          <ac:spMkLst>
            <pc:docMk/>
            <pc:sldMk cId="3434251480" sldId="284"/>
            <ac:spMk id="2" creationId="{45B23A4D-981A-EE02-A87F-FB5632AADBC1}"/>
          </ac:spMkLst>
        </pc:spChg>
      </pc:sldChg>
      <pc:sldChg chg="modSp add">
        <pc:chgData name="Jack Wilson" userId="e1a19eef-53a3-48d9-917d-50c2525d4946" providerId="ADAL" clId="{1292E4CB-EE98-4EDA-B163-ABF9C373F39A}" dt="2026-10-27T03:15:06.323" v="185"/>
        <pc:sldMkLst>
          <pc:docMk/>
          <pc:sldMk cId="1537334236" sldId="285"/>
        </pc:sldMkLst>
        <pc:spChg chg="mod">
          <ac:chgData name="Jack Wilson" userId="e1a19eef-53a3-48d9-917d-50c2525d4946" providerId="ADAL" clId="{1292E4CB-EE98-4EDA-B163-ABF9C373F39A}" dt="2026-10-27T03:15:06.323" v="185"/>
          <ac:spMkLst>
            <pc:docMk/>
            <pc:sldMk cId="1537334236" sldId="285"/>
            <ac:spMk id="2" creationId="{8B777C6C-08EB-FCD0-045F-6CCFFF2AC031}"/>
          </ac:spMkLst>
        </pc:spChg>
      </pc:sldChg>
      <pc:sldChg chg="modSp add">
        <pc:chgData name="Jack Wilson" userId="e1a19eef-53a3-48d9-917d-50c2525d4946" providerId="ADAL" clId="{1292E4CB-EE98-4EDA-B163-ABF9C373F39A}" dt="2026-10-27T03:15:11.998" v="187"/>
        <pc:sldMkLst>
          <pc:docMk/>
          <pc:sldMk cId="883209693" sldId="286"/>
        </pc:sldMkLst>
        <pc:spChg chg="mod">
          <ac:chgData name="Jack Wilson" userId="e1a19eef-53a3-48d9-917d-50c2525d4946" providerId="ADAL" clId="{1292E4CB-EE98-4EDA-B163-ABF9C373F39A}" dt="2026-10-27T03:15:11.998" v="187"/>
          <ac:spMkLst>
            <pc:docMk/>
            <pc:sldMk cId="883209693" sldId="286"/>
            <ac:spMk id="2" creationId="{CCF41332-994E-7704-B6CD-D90186713DE9}"/>
          </ac:spMkLst>
        </pc:spChg>
      </pc:sldChg>
      <pc:sldChg chg="modSp add">
        <pc:chgData name="Jack Wilson" userId="e1a19eef-53a3-48d9-917d-50c2525d4946" providerId="ADAL" clId="{1292E4CB-EE98-4EDA-B163-ABF9C373F39A}" dt="2026-10-27T03:15:23.283" v="191"/>
        <pc:sldMkLst>
          <pc:docMk/>
          <pc:sldMk cId="3510825354" sldId="287"/>
        </pc:sldMkLst>
        <pc:spChg chg="mod">
          <ac:chgData name="Jack Wilson" userId="e1a19eef-53a3-48d9-917d-50c2525d4946" providerId="ADAL" clId="{1292E4CB-EE98-4EDA-B163-ABF9C373F39A}" dt="2026-10-27T03:15:23.283" v="191"/>
          <ac:spMkLst>
            <pc:docMk/>
            <pc:sldMk cId="3510825354" sldId="287"/>
            <ac:spMk id="2" creationId="{4AE182F4-5354-38DD-127A-F60E6BC87593}"/>
          </ac:spMkLst>
        </pc:spChg>
      </pc:sldChg>
      <pc:sldChg chg="add">
        <pc:chgData name="Jack Wilson" userId="e1a19eef-53a3-48d9-917d-50c2525d4946" providerId="ADAL" clId="{1292E4CB-EE98-4EDA-B163-ABF9C373F39A}" dt="2026-10-27T01:33:37.749" v="91"/>
        <pc:sldMkLst>
          <pc:docMk/>
          <pc:sldMk cId="2684958027" sldId="288"/>
        </pc:sldMkLst>
      </pc:sldChg>
      <pc:sldChg chg="modSp add">
        <pc:chgData name="Jack Wilson" userId="e1a19eef-53a3-48d9-917d-50c2525d4946" providerId="ADAL" clId="{1292E4CB-EE98-4EDA-B163-ABF9C373F39A}" dt="2026-10-27T03:15:14.321" v="188"/>
        <pc:sldMkLst>
          <pc:docMk/>
          <pc:sldMk cId="3328905996" sldId="289"/>
        </pc:sldMkLst>
        <pc:spChg chg="mod">
          <ac:chgData name="Jack Wilson" userId="e1a19eef-53a3-48d9-917d-50c2525d4946" providerId="ADAL" clId="{1292E4CB-EE98-4EDA-B163-ABF9C373F39A}" dt="2026-10-27T03:15:14.321" v="188"/>
          <ac:spMkLst>
            <pc:docMk/>
            <pc:sldMk cId="3328905996" sldId="289"/>
            <ac:spMk id="2" creationId="{BC932C9F-5641-6D9C-40D9-162C9B99C264}"/>
          </ac:spMkLst>
        </pc:spChg>
      </pc:sldChg>
      <pc:sldChg chg="modSp add">
        <pc:chgData name="Jack Wilson" userId="e1a19eef-53a3-48d9-917d-50c2525d4946" providerId="ADAL" clId="{1292E4CB-EE98-4EDA-B163-ABF9C373F39A}" dt="2026-10-27T03:15:18.132" v="189"/>
        <pc:sldMkLst>
          <pc:docMk/>
          <pc:sldMk cId="1360185538" sldId="290"/>
        </pc:sldMkLst>
        <pc:spChg chg="mod">
          <ac:chgData name="Jack Wilson" userId="e1a19eef-53a3-48d9-917d-50c2525d4946" providerId="ADAL" clId="{1292E4CB-EE98-4EDA-B163-ABF9C373F39A}" dt="2026-10-27T03:15:18.132" v="189"/>
          <ac:spMkLst>
            <pc:docMk/>
            <pc:sldMk cId="1360185538" sldId="290"/>
            <ac:spMk id="2" creationId="{A3848D72-9B9A-B9BA-2574-953A984895C8}"/>
          </ac:spMkLst>
        </pc:spChg>
      </pc:sldChg>
      <pc:sldChg chg="modSp add">
        <pc:chgData name="Jack Wilson" userId="e1a19eef-53a3-48d9-917d-50c2525d4946" providerId="ADAL" clId="{1292E4CB-EE98-4EDA-B163-ABF9C373F39A}" dt="2026-10-27T03:15:20.859" v="190"/>
        <pc:sldMkLst>
          <pc:docMk/>
          <pc:sldMk cId="2673717384" sldId="291"/>
        </pc:sldMkLst>
        <pc:spChg chg="mod">
          <ac:chgData name="Jack Wilson" userId="e1a19eef-53a3-48d9-917d-50c2525d4946" providerId="ADAL" clId="{1292E4CB-EE98-4EDA-B163-ABF9C373F39A}" dt="2026-10-27T03:15:20.859" v="190"/>
          <ac:spMkLst>
            <pc:docMk/>
            <pc:sldMk cId="2673717384" sldId="291"/>
            <ac:spMk id="2" creationId="{68AC3180-5C7B-DD2B-6ABC-53EAA034240A}"/>
          </ac:spMkLst>
        </pc:spChg>
      </pc:sldChg>
      <pc:sldChg chg="add">
        <pc:chgData name="Jack Wilson" userId="e1a19eef-53a3-48d9-917d-50c2525d4946" providerId="ADAL" clId="{1292E4CB-EE98-4EDA-B163-ABF9C373F39A}" dt="2026-10-27T01:43:55.386" v="95"/>
        <pc:sldMkLst>
          <pc:docMk/>
          <pc:sldMk cId="1533567565" sldId="292"/>
        </pc:sldMkLst>
      </pc:sldChg>
      <pc:sldChg chg="add">
        <pc:chgData name="Jack Wilson" userId="e1a19eef-53a3-48d9-917d-50c2525d4946" providerId="ADAL" clId="{1292E4CB-EE98-4EDA-B163-ABF9C373F39A}" dt="2026-10-27T01:43:55.637" v="96"/>
        <pc:sldMkLst>
          <pc:docMk/>
          <pc:sldMk cId="2366014524" sldId="293"/>
        </pc:sldMkLst>
      </pc:sldChg>
      <pc:sldChg chg="add">
        <pc:chgData name="Jack Wilson" userId="e1a19eef-53a3-48d9-917d-50c2525d4946" providerId="ADAL" clId="{1292E4CB-EE98-4EDA-B163-ABF9C373F39A}" dt="2026-10-27T01:43:56.647" v="97"/>
        <pc:sldMkLst>
          <pc:docMk/>
          <pc:sldMk cId="2545647562" sldId="294"/>
        </pc:sldMkLst>
      </pc:sldChg>
      <pc:sldChg chg="add">
        <pc:chgData name="Jack Wilson" userId="e1a19eef-53a3-48d9-917d-50c2525d4946" providerId="ADAL" clId="{1292E4CB-EE98-4EDA-B163-ABF9C373F39A}" dt="2026-10-27T01:44:14.787" v="98"/>
        <pc:sldMkLst>
          <pc:docMk/>
          <pc:sldMk cId="2391775405" sldId="295"/>
        </pc:sldMkLst>
      </pc:sldChg>
      <pc:sldChg chg="add">
        <pc:chgData name="Jack Wilson" userId="e1a19eef-53a3-48d9-917d-50c2525d4946" providerId="ADAL" clId="{1292E4CB-EE98-4EDA-B163-ABF9C373F39A}" dt="2026-10-27T01:45:09.127" v="101"/>
        <pc:sldMkLst>
          <pc:docMk/>
          <pc:sldMk cId="1239951350" sldId="296"/>
        </pc:sldMkLst>
      </pc:sldChg>
      <pc:sldChg chg="add">
        <pc:chgData name="Jack Wilson" userId="e1a19eef-53a3-48d9-917d-50c2525d4946" providerId="ADAL" clId="{1292E4CB-EE98-4EDA-B163-ABF9C373F39A}" dt="2026-10-27T01:44:15.155" v="99"/>
        <pc:sldMkLst>
          <pc:docMk/>
          <pc:sldMk cId="3823353180" sldId="296"/>
        </pc:sldMkLst>
      </pc:sldChg>
      <pc:sldChg chg="add">
        <pc:chgData name="Jack Wilson" userId="e1a19eef-53a3-48d9-917d-50c2525d4946" providerId="ADAL" clId="{1292E4CB-EE98-4EDA-B163-ABF9C373F39A}" dt="2026-10-27T01:45:09.343" v="102"/>
        <pc:sldMkLst>
          <pc:docMk/>
          <pc:sldMk cId="3030617224" sldId="297"/>
        </pc:sldMkLst>
      </pc:sldChg>
      <pc:sldChg chg="add">
        <pc:chgData name="Jack Wilson" userId="e1a19eef-53a3-48d9-917d-50c2525d4946" providerId="ADAL" clId="{1292E4CB-EE98-4EDA-B163-ABF9C373F39A}" dt="2026-10-27T01:44:15.551" v="100"/>
        <pc:sldMkLst>
          <pc:docMk/>
          <pc:sldMk cId="3726297043" sldId="297"/>
        </pc:sldMkLst>
      </pc:sldChg>
      <pc:sldChg chg="add">
        <pc:chgData name="Jack Wilson" userId="e1a19eef-53a3-48d9-917d-50c2525d4946" providerId="ADAL" clId="{1292E4CB-EE98-4EDA-B163-ABF9C373F39A}" dt="2026-10-27T01:45:09.574" v="103"/>
        <pc:sldMkLst>
          <pc:docMk/>
          <pc:sldMk cId="586272893" sldId="298"/>
        </pc:sldMkLst>
      </pc:sldChg>
      <pc:sldChg chg="add ord">
        <pc:chgData name="Jack Wilson" userId="e1a19eef-53a3-48d9-917d-50c2525d4946" providerId="ADAL" clId="{1292E4CB-EE98-4EDA-B163-ABF9C373F39A}" dt="2026-10-27T01:46:28.763" v="106"/>
        <pc:sldMkLst>
          <pc:docMk/>
          <pc:sldMk cId="676224932" sldId="299"/>
        </pc:sldMkLst>
      </pc:sldChg>
      <pc:sldChg chg="add">
        <pc:chgData name="Jack Wilson" userId="e1a19eef-53a3-48d9-917d-50c2525d4946" providerId="ADAL" clId="{1292E4CB-EE98-4EDA-B163-ABF9C373F39A}" dt="2026-10-27T01:45:10.004" v="105"/>
        <pc:sldMkLst>
          <pc:docMk/>
          <pc:sldMk cId="205044199" sldId="300"/>
        </pc:sldMkLst>
      </pc:sldChg>
      <pc:sldChg chg="add">
        <pc:chgData name="Jack Wilson" userId="e1a19eef-53a3-48d9-917d-50c2525d4946" providerId="ADAL" clId="{1292E4CB-EE98-4EDA-B163-ABF9C373F39A}" dt="2026-10-27T01:46:41.107" v="107"/>
        <pc:sldMkLst>
          <pc:docMk/>
          <pc:sldMk cId="3780603426" sldId="300"/>
        </pc:sldMkLst>
      </pc:sldChg>
      <pc:sldChg chg="add">
        <pc:chgData name="Jack Wilson" userId="e1a19eef-53a3-48d9-917d-50c2525d4946" providerId="ADAL" clId="{1292E4CB-EE98-4EDA-B163-ABF9C373F39A}" dt="2026-10-27T01:46:41.319" v="108"/>
        <pc:sldMkLst>
          <pc:docMk/>
          <pc:sldMk cId="2634127929" sldId="301"/>
        </pc:sldMkLst>
      </pc:sldChg>
      <pc:sldChg chg="add">
        <pc:chgData name="Jack Wilson" userId="e1a19eef-53a3-48d9-917d-50c2525d4946" providerId="ADAL" clId="{1292E4CB-EE98-4EDA-B163-ABF9C373F39A}" dt="2026-10-27T01:49:33.946" v="113"/>
        <pc:sldMkLst>
          <pc:docMk/>
          <pc:sldMk cId="104025426" sldId="302"/>
        </pc:sldMkLst>
      </pc:sldChg>
      <pc:sldChg chg="add">
        <pc:chgData name="Jack Wilson" userId="e1a19eef-53a3-48d9-917d-50c2525d4946" providerId="ADAL" clId="{1292E4CB-EE98-4EDA-B163-ABF9C373F39A}" dt="2026-10-27T01:48:39.542" v="110"/>
        <pc:sldMkLst>
          <pc:docMk/>
          <pc:sldMk cId="762076831" sldId="302"/>
        </pc:sldMkLst>
      </pc:sldChg>
      <pc:sldChg chg="add">
        <pc:chgData name="Jack Wilson" userId="e1a19eef-53a3-48d9-917d-50c2525d4946" providerId="ADAL" clId="{1292E4CB-EE98-4EDA-B163-ABF9C373F39A}" dt="2026-10-27T01:46:41.527" v="109"/>
        <pc:sldMkLst>
          <pc:docMk/>
          <pc:sldMk cId="1576658987" sldId="302"/>
        </pc:sldMkLst>
      </pc:sldChg>
      <pc:sldChg chg="modSp add">
        <pc:chgData name="Jack Wilson" userId="e1a19eef-53a3-48d9-917d-50c2525d4946" providerId="ADAL" clId="{1292E4CB-EE98-4EDA-B163-ABF9C373F39A}" dt="2026-10-27T01:55:59.638" v="118"/>
        <pc:sldMkLst>
          <pc:docMk/>
          <pc:sldMk cId="2012171139" sldId="303"/>
        </pc:sldMkLst>
        <pc:spChg chg="mod">
          <ac:chgData name="Jack Wilson" userId="e1a19eef-53a3-48d9-917d-50c2525d4946" providerId="ADAL" clId="{1292E4CB-EE98-4EDA-B163-ABF9C373F39A}" dt="2026-10-27T01:55:59.638" v="118"/>
          <ac:spMkLst>
            <pc:docMk/>
            <pc:sldMk cId="2012171139" sldId="303"/>
            <ac:spMk id="14" creationId="{5049339C-FAA0-7ADC-D272-0398C0B9E7CD}"/>
          </ac:spMkLst>
        </pc:spChg>
      </pc:sldChg>
      <pc:sldChg chg="add">
        <pc:chgData name="Jack Wilson" userId="e1a19eef-53a3-48d9-917d-50c2525d4946" providerId="ADAL" clId="{1292E4CB-EE98-4EDA-B163-ABF9C373F39A}" dt="2026-10-27T01:48:39.770" v="111"/>
        <pc:sldMkLst>
          <pc:docMk/>
          <pc:sldMk cId="2418895966" sldId="303"/>
        </pc:sldMkLst>
      </pc:sldChg>
      <pc:sldChg chg="add">
        <pc:chgData name="Jack Wilson" userId="e1a19eef-53a3-48d9-917d-50c2525d4946" providerId="ADAL" clId="{1292E4CB-EE98-4EDA-B163-ABF9C373F39A}" dt="2026-10-27T01:49:34.287" v="114"/>
        <pc:sldMkLst>
          <pc:docMk/>
          <pc:sldMk cId="3664657303" sldId="303"/>
        </pc:sldMkLst>
      </pc:sldChg>
      <pc:sldChg chg="add">
        <pc:chgData name="Jack Wilson" userId="e1a19eef-53a3-48d9-917d-50c2525d4946" providerId="ADAL" clId="{1292E4CB-EE98-4EDA-B163-ABF9C373F39A}" dt="2026-10-27T01:58:52.991" v="122"/>
        <pc:sldMkLst>
          <pc:docMk/>
          <pc:sldMk cId="1680348743" sldId="304"/>
        </pc:sldMkLst>
      </pc:sldChg>
      <pc:sldChg chg="add">
        <pc:chgData name="Jack Wilson" userId="e1a19eef-53a3-48d9-917d-50c2525d4946" providerId="ADAL" clId="{1292E4CB-EE98-4EDA-B163-ABF9C373F39A}" dt="2026-10-27T01:48:40.107" v="112"/>
        <pc:sldMkLst>
          <pc:docMk/>
          <pc:sldMk cId="2275708800" sldId="304"/>
        </pc:sldMkLst>
      </pc:sldChg>
      <pc:sldChg chg="add">
        <pc:chgData name="Jack Wilson" userId="e1a19eef-53a3-48d9-917d-50c2525d4946" providerId="ADAL" clId="{1292E4CB-EE98-4EDA-B163-ABF9C373F39A}" dt="2026-10-27T01:56:08.798" v="119"/>
        <pc:sldMkLst>
          <pc:docMk/>
          <pc:sldMk cId="2333890480" sldId="304"/>
        </pc:sldMkLst>
      </pc:sldChg>
      <pc:sldChg chg="add">
        <pc:chgData name="Jack Wilson" userId="e1a19eef-53a3-48d9-917d-50c2525d4946" providerId="ADAL" clId="{1292E4CB-EE98-4EDA-B163-ABF9C373F39A}" dt="2026-10-27T01:55:13.614" v="116"/>
        <pc:sldMkLst>
          <pc:docMk/>
          <pc:sldMk cId="3681593768" sldId="304"/>
        </pc:sldMkLst>
      </pc:sldChg>
      <pc:sldChg chg="add">
        <pc:chgData name="Jack Wilson" userId="e1a19eef-53a3-48d9-917d-50c2525d4946" providerId="ADAL" clId="{1292E4CB-EE98-4EDA-B163-ABF9C373F39A}" dt="2026-10-27T01:58:54.635" v="123"/>
        <pc:sldMkLst>
          <pc:docMk/>
          <pc:sldMk cId="904406513" sldId="305"/>
        </pc:sldMkLst>
      </pc:sldChg>
      <pc:sldChg chg="add">
        <pc:chgData name="Jack Wilson" userId="e1a19eef-53a3-48d9-917d-50c2525d4946" providerId="ADAL" clId="{1292E4CB-EE98-4EDA-B163-ABF9C373F39A}" dt="2026-10-27T01:56:09.052" v="120"/>
        <pc:sldMkLst>
          <pc:docMk/>
          <pc:sldMk cId="1055421159" sldId="305"/>
        </pc:sldMkLst>
      </pc:sldChg>
      <pc:sldChg chg="add">
        <pc:chgData name="Jack Wilson" userId="e1a19eef-53a3-48d9-917d-50c2525d4946" providerId="ADAL" clId="{1292E4CB-EE98-4EDA-B163-ABF9C373F39A}" dt="2026-10-27T01:55:13.807" v="117"/>
        <pc:sldMkLst>
          <pc:docMk/>
          <pc:sldMk cId="2312894088" sldId="305"/>
        </pc:sldMkLst>
      </pc:sldChg>
      <pc:sldChg chg="add">
        <pc:chgData name="Jack Wilson" userId="e1a19eef-53a3-48d9-917d-50c2525d4946" providerId="ADAL" clId="{1292E4CB-EE98-4EDA-B163-ABF9C373F39A}" dt="2026-10-27T01:58:55.884" v="124"/>
        <pc:sldMkLst>
          <pc:docMk/>
          <pc:sldMk cId="2801035680" sldId="306"/>
        </pc:sldMkLst>
      </pc:sldChg>
      <pc:sldChg chg="add">
        <pc:chgData name="Jack Wilson" userId="e1a19eef-53a3-48d9-917d-50c2525d4946" providerId="ADAL" clId="{1292E4CB-EE98-4EDA-B163-ABF9C373F39A}" dt="2026-10-27T01:56:09.227" v="121"/>
        <pc:sldMkLst>
          <pc:docMk/>
          <pc:sldMk cId="4087137327" sldId="306"/>
        </pc:sldMkLst>
      </pc:sldChg>
      <pc:sldChg chg="add">
        <pc:chgData name="Jack Wilson" userId="e1a19eef-53a3-48d9-917d-50c2525d4946" providerId="ADAL" clId="{1292E4CB-EE98-4EDA-B163-ABF9C373F39A}" dt="2026-10-27T01:58:56.472" v="125"/>
        <pc:sldMkLst>
          <pc:docMk/>
          <pc:sldMk cId="3146901824" sldId="307"/>
        </pc:sldMkLst>
      </pc:sldChg>
      <pc:sldChg chg="add">
        <pc:chgData name="Jack Wilson" userId="e1a19eef-53a3-48d9-917d-50c2525d4946" providerId="ADAL" clId="{1292E4CB-EE98-4EDA-B163-ABF9C373F39A}" dt="2026-10-27T02:05:49.431" v="127"/>
        <pc:sldMkLst>
          <pc:docMk/>
          <pc:sldMk cId="1322026464" sldId="308"/>
        </pc:sldMkLst>
      </pc:sldChg>
      <pc:sldChg chg="add">
        <pc:chgData name="Jack Wilson" userId="e1a19eef-53a3-48d9-917d-50c2525d4946" providerId="ADAL" clId="{1292E4CB-EE98-4EDA-B163-ABF9C373F39A}" dt="2026-10-27T01:58:57.020" v="126"/>
        <pc:sldMkLst>
          <pc:docMk/>
          <pc:sldMk cId="1974576665" sldId="308"/>
        </pc:sldMkLst>
      </pc:sldChg>
      <pc:sldChg chg="addSp modSp add">
        <pc:chgData name="Jack Wilson" userId="e1a19eef-53a3-48d9-917d-50c2525d4946" providerId="ADAL" clId="{1292E4CB-EE98-4EDA-B163-ABF9C373F39A}" dt="2026-10-27T02:07:18.278" v="132" actId="164"/>
        <pc:sldMkLst>
          <pc:docMk/>
          <pc:sldMk cId="3915718314" sldId="309"/>
        </pc:sldMkLst>
        <pc:spChg chg="mod">
          <ac:chgData name="Jack Wilson" userId="e1a19eef-53a3-48d9-917d-50c2525d4946" providerId="ADAL" clId="{1292E4CB-EE98-4EDA-B163-ABF9C373F39A}" dt="2026-10-27T02:07:18.278" v="132" actId="164"/>
          <ac:spMkLst>
            <pc:docMk/>
            <pc:sldMk cId="3915718314" sldId="309"/>
            <ac:spMk id="27" creationId="{DDDED228-81F8-5083-DDB2-67B6BA4D8E2B}"/>
          </ac:spMkLst>
        </pc:spChg>
        <pc:spChg chg="mod">
          <ac:chgData name="Jack Wilson" userId="e1a19eef-53a3-48d9-917d-50c2525d4946" providerId="ADAL" clId="{1292E4CB-EE98-4EDA-B163-ABF9C373F39A}" dt="2026-10-27T02:07:18.278" v="132" actId="164"/>
          <ac:spMkLst>
            <pc:docMk/>
            <pc:sldMk cId="3915718314" sldId="309"/>
            <ac:spMk id="29" creationId="{5AFBEF7F-EE80-1BE8-9AA1-48D68A369CF2}"/>
          </ac:spMkLst>
        </pc:spChg>
        <pc:spChg chg="mod">
          <ac:chgData name="Jack Wilson" userId="e1a19eef-53a3-48d9-917d-50c2525d4946" providerId="ADAL" clId="{1292E4CB-EE98-4EDA-B163-ABF9C373F39A}" dt="2026-10-27T02:07:09.317" v="130" actId="164"/>
          <ac:spMkLst>
            <pc:docMk/>
            <pc:sldMk cId="3915718314" sldId="309"/>
            <ac:spMk id="31" creationId="{AE4AE551-7EA6-F82C-6891-22979E8E211F}"/>
          </ac:spMkLst>
        </pc:spChg>
        <pc:spChg chg="mod">
          <ac:chgData name="Jack Wilson" userId="e1a19eef-53a3-48d9-917d-50c2525d4946" providerId="ADAL" clId="{1292E4CB-EE98-4EDA-B163-ABF9C373F39A}" dt="2026-10-27T02:07:09.317" v="130" actId="164"/>
          <ac:spMkLst>
            <pc:docMk/>
            <pc:sldMk cId="3915718314" sldId="309"/>
            <ac:spMk id="33" creationId="{727433F7-D27D-B910-026E-341012C94617}"/>
          </ac:spMkLst>
        </pc:spChg>
        <pc:spChg chg="mod">
          <ac:chgData name="Jack Wilson" userId="e1a19eef-53a3-48d9-917d-50c2525d4946" providerId="ADAL" clId="{1292E4CB-EE98-4EDA-B163-ABF9C373F39A}" dt="2026-10-27T02:07:09.317" v="130" actId="164"/>
          <ac:spMkLst>
            <pc:docMk/>
            <pc:sldMk cId="3915718314" sldId="309"/>
            <ac:spMk id="35" creationId="{1EC3F0D8-DC31-4C3D-77DE-B25C0463AD45}"/>
          </ac:spMkLst>
        </pc:spChg>
        <pc:spChg chg="mod">
          <ac:chgData name="Jack Wilson" userId="e1a19eef-53a3-48d9-917d-50c2525d4946" providerId="ADAL" clId="{1292E4CB-EE98-4EDA-B163-ABF9C373F39A}" dt="2026-10-27T02:07:09.317" v="130" actId="164"/>
          <ac:spMkLst>
            <pc:docMk/>
            <pc:sldMk cId="3915718314" sldId="309"/>
            <ac:spMk id="37" creationId="{58D0333C-9D6D-1FF5-9E55-F8A4ABCEC61B}"/>
          </ac:spMkLst>
        </pc:spChg>
        <pc:spChg chg="mod">
          <ac:chgData name="Jack Wilson" userId="e1a19eef-53a3-48d9-917d-50c2525d4946" providerId="ADAL" clId="{1292E4CB-EE98-4EDA-B163-ABF9C373F39A}" dt="2026-10-27T02:07:09.317" v="130" actId="164"/>
          <ac:spMkLst>
            <pc:docMk/>
            <pc:sldMk cId="3915718314" sldId="309"/>
            <ac:spMk id="39" creationId="{C93DB9CC-6DA6-063F-27DD-23968CD37A39}"/>
          </ac:spMkLst>
        </pc:spChg>
        <pc:spChg chg="mod">
          <ac:chgData name="Jack Wilson" userId="e1a19eef-53a3-48d9-917d-50c2525d4946" providerId="ADAL" clId="{1292E4CB-EE98-4EDA-B163-ABF9C373F39A}" dt="2026-10-27T02:07:09.317" v="130" actId="164"/>
          <ac:spMkLst>
            <pc:docMk/>
            <pc:sldMk cId="3915718314" sldId="309"/>
            <ac:spMk id="41" creationId="{39A551C1-F443-FD1B-697C-8574026B5ABD}"/>
          </ac:spMkLst>
        </pc:spChg>
        <pc:grpChg chg="add mod">
          <ac:chgData name="Jack Wilson" userId="e1a19eef-53a3-48d9-917d-50c2525d4946" providerId="ADAL" clId="{1292E4CB-EE98-4EDA-B163-ABF9C373F39A}" dt="2026-10-27T02:07:09.317" v="130" actId="164"/>
          <ac:grpSpMkLst>
            <pc:docMk/>
            <pc:sldMk cId="3915718314" sldId="309"/>
            <ac:grpSpMk id="3" creationId="{529FEFEC-50D9-C9D3-3FB3-5AE05F0D02B0}"/>
          </ac:grpSpMkLst>
        </pc:grpChg>
        <pc:grpChg chg="add mod">
          <ac:chgData name="Jack Wilson" userId="e1a19eef-53a3-48d9-917d-50c2525d4946" providerId="ADAL" clId="{1292E4CB-EE98-4EDA-B163-ABF9C373F39A}" dt="2026-10-27T02:07:18.278" v="132" actId="164"/>
          <ac:grpSpMkLst>
            <pc:docMk/>
            <pc:sldMk cId="3915718314" sldId="309"/>
            <ac:grpSpMk id="4" creationId="{7B8E3EE7-0F2F-3C2E-345D-55AB64CF9FA0}"/>
          </ac:grpSpMkLst>
        </pc:grpChg>
      </pc:sldChg>
      <pc:sldChg chg="modSp add">
        <pc:chgData name="Jack Wilson" userId="e1a19eef-53a3-48d9-917d-50c2525d4946" providerId="ADAL" clId="{1292E4CB-EE98-4EDA-B163-ABF9C373F39A}" dt="2026-10-27T02:09:57.486" v="138"/>
        <pc:sldMkLst>
          <pc:docMk/>
          <pc:sldMk cId="3707029559" sldId="310"/>
        </pc:sldMkLst>
        <pc:spChg chg="mod">
          <ac:chgData name="Jack Wilson" userId="e1a19eef-53a3-48d9-917d-50c2525d4946" providerId="ADAL" clId="{1292E4CB-EE98-4EDA-B163-ABF9C373F39A}" dt="2026-10-27T02:09:57.486" v="138"/>
          <ac:spMkLst>
            <pc:docMk/>
            <pc:sldMk cId="3707029559" sldId="310"/>
            <ac:spMk id="6" creationId="{327B796B-FE8F-6FF4-5E33-ABCA29DE0F6C}"/>
          </ac:spMkLst>
        </pc:spChg>
      </pc:sldChg>
      <pc:sldChg chg="modSp add">
        <pc:chgData name="Jack Wilson" userId="e1a19eef-53a3-48d9-917d-50c2525d4946" providerId="ADAL" clId="{1292E4CB-EE98-4EDA-B163-ABF9C373F39A}" dt="2026-10-27T02:09:33.945" v="137"/>
        <pc:sldMkLst>
          <pc:docMk/>
          <pc:sldMk cId="176315635" sldId="311"/>
        </pc:sldMkLst>
        <pc:spChg chg="mod">
          <ac:chgData name="Jack Wilson" userId="e1a19eef-53a3-48d9-917d-50c2525d4946" providerId="ADAL" clId="{1292E4CB-EE98-4EDA-B163-ABF9C373F39A}" dt="2026-10-27T02:09:33.945" v="137"/>
          <ac:spMkLst>
            <pc:docMk/>
            <pc:sldMk cId="176315635" sldId="311"/>
            <ac:spMk id="6" creationId="{A4A94464-E455-3970-AE98-DB52FB918A81}"/>
          </ac:spMkLst>
        </pc:spChg>
      </pc:sldChg>
      <pc:sldChg chg="modSp add">
        <pc:chgData name="Jack Wilson" userId="e1a19eef-53a3-48d9-917d-50c2525d4946" providerId="ADAL" clId="{1292E4CB-EE98-4EDA-B163-ABF9C373F39A}" dt="2026-10-27T02:10:54.550" v="140"/>
        <pc:sldMkLst>
          <pc:docMk/>
          <pc:sldMk cId="2661322968" sldId="312"/>
        </pc:sldMkLst>
        <pc:spChg chg="mod">
          <ac:chgData name="Jack Wilson" userId="e1a19eef-53a3-48d9-917d-50c2525d4946" providerId="ADAL" clId="{1292E4CB-EE98-4EDA-B163-ABF9C373F39A}" dt="2026-10-27T02:10:54.550" v="140"/>
          <ac:spMkLst>
            <pc:docMk/>
            <pc:sldMk cId="2661322968" sldId="312"/>
            <ac:spMk id="27" creationId="{C32F81A0-17BC-B135-F361-E3080A1C5FCC}"/>
          </ac:spMkLst>
        </pc:spChg>
      </pc:sldChg>
      <pc:sldChg chg="modSp add">
        <pc:chgData name="Jack Wilson" userId="e1a19eef-53a3-48d9-917d-50c2525d4946" providerId="ADAL" clId="{1292E4CB-EE98-4EDA-B163-ABF9C373F39A}" dt="2026-10-27T02:11:53.866" v="142"/>
        <pc:sldMkLst>
          <pc:docMk/>
          <pc:sldMk cId="1015717490" sldId="313"/>
        </pc:sldMkLst>
        <pc:spChg chg="mod">
          <ac:chgData name="Jack Wilson" userId="e1a19eef-53a3-48d9-917d-50c2525d4946" providerId="ADAL" clId="{1292E4CB-EE98-4EDA-B163-ABF9C373F39A}" dt="2026-10-27T02:11:53.866" v="142"/>
          <ac:spMkLst>
            <pc:docMk/>
            <pc:sldMk cId="1015717490" sldId="313"/>
            <ac:spMk id="31" creationId="{EF04B6A3-CF8B-69CA-3112-F39D374767BB}"/>
          </ac:spMkLst>
        </pc:spChg>
      </pc:sldChg>
      <pc:sldChg chg="modSp add">
        <pc:chgData name="Jack Wilson" userId="e1a19eef-53a3-48d9-917d-50c2525d4946" providerId="ADAL" clId="{1292E4CB-EE98-4EDA-B163-ABF9C373F39A}" dt="2026-10-27T02:12:36.517" v="144"/>
        <pc:sldMkLst>
          <pc:docMk/>
          <pc:sldMk cId="2930125149" sldId="314"/>
        </pc:sldMkLst>
        <pc:spChg chg="mod">
          <ac:chgData name="Jack Wilson" userId="e1a19eef-53a3-48d9-917d-50c2525d4946" providerId="ADAL" clId="{1292E4CB-EE98-4EDA-B163-ABF9C373F39A}" dt="2026-10-27T02:12:36.517" v="144"/>
          <ac:spMkLst>
            <pc:docMk/>
            <pc:sldMk cId="2930125149" sldId="314"/>
            <ac:spMk id="35" creationId="{FD67836A-94E2-B585-06B3-C529EFC60B2F}"/>
          </ac:spMkLst>
        </pc:spChg>
      </pc:sldChg>
      <pc:sldChg chg="modSp add">
        <pc:chgData name="Jack Wilson" userId="e1a19eef-53a3-48d9-917d-50c2525d4946" providerId="ADAL" clId="{1292E4CB-EE98-4EDA-B163-ABF9C373F39A}" dt="2026-10-27T02:13:32.334" v="146"/>
        <pc:sldMkLst>
          <pc:docMk/>
          <pc:sldMk cId="2806895523" sldId="315"/>
        </pc:sldMkLst>
        <pc:spChg chg="mod">
          <ac:chgData name="Jack Wilson" userId="e1a19eef-53a3-48d9-917d-50c2525d4946" providerId="ADAL" clId="{1292E4CB-EE98-4EDA-B163-ABF9C373F39A}" dt="2026-10-27T02:13:32.334" v="146"/>
          <ac:spMkLst>
            <pc:docMk/>
            <pc:sldMk cId="2806895523" sldId="315"/>
            <ac:spMk id="39" creationId="{89C747A3-24EF-B724-AD71-345D47431AFD}"/>
          </ac:spMkLst>
        </pc:spChg>
      </pc:sldChg>
      <pc:sldChg chg="modSp add">
        <pc:chgData name="Jack Wilson" userId="e1a19eef-53a3-48d9-917d-50c2525d4946" providerId="ADAL" clId="{1292E4CB-EE98-4EDA-B163-ABF9C373F39A}" dt="2026-10-27T02:19:14.732" v="153"/>
        <pc:sldMkLst>
          <pc:docMk/>
          <pc:sldMk cId="3707847916" sldId="316"/>
        </pc:sldMkLst>
        <pc:spChg chg="mod">
          <ac:chgData name="Jack Wilson" userId="e1a19eef-53a3-48d9-917d-50c2525d4946" providerId="ADAL" clId="{1292E4CB-EE98-4EDA-B163-ABF9C373F39A}" dt="2026-10-27T02:19:14.732" v="153"/>
          <ac:spMkLst>
            <pc:docMk/>
            <pc:sldMk cId="3707847916" sldId="316"/>
            <ac:spMk id="9" creationId="{BA51A7F7-9BC1-A8DC-A09B-91379634264E}"/>
          </ac:spMkLst>
        </pc:spChg>
      </pc:sldChg>
      <pc:sldChg chg="add">
        <pc:chgData name="Jack Wilson" userId="e1a19eef-53a3-48d9-917d-50c2525d4946" providerId="ADAL" clId="{1292E4CB-EE98-4EDA-B163-ABF9C373F39A}" dt="2026-10-27T02:14:48.882" v="148"/>
        <pc:sldMkLst>
          <pc:docMk/>
          <pc:sldMk cId="486915332" sldId="317"/>
        </pc:sldMkLst>
      </pc:sldChg>
      <pc:sldChg chg="modSp add">
        <pc:chgData name="Jack Wilson" userId="e1a19eef-53a3-48d9-917d-50c2525d4946" providerId="ADAL" clId="{1292E4CB-EE98-4EDA-B163-ABF9C373F39A}" dt="2026-10-27T02:22:14.507" v="158"/>
        <pc:sldMkLst>
          <pc:docMk/>
          <pc:sldMk cId="1879806387" sldId="317"/>
        </pc:sldMkLst>
        <pc:spChg chg="mod">
          <ac:chgData name="Jack Wilson" userId="e1a19eef-53a3-48d9-917d-50c2525d4946" providerId="ADAL" clId="{1292E4CB-EE98-4EDA-B163-ABF9C373F39A}" dt="2026-10-27T02:22:14.507" v="158"/>
          <ac:spMkLst>
            <pc:docMk/>
            <pc:sldMk cId="1879806387" sldId="317"/>
            <ac:spMk id="9" creationId="{BCEA7BFF-74CC-1368-C8C4-369C6E19C83F}"/>
          </ac:spMkLst>
        </pc:spChg>
        <pc:spChg chg="mod">
          <ac:chgData name="Jack Wilson" userId="e1a19eef-53a3-48d9-917d-50c2525d4946" providerId="ADAL" clId="{1292E4CB-EE98-4EDA-B163-ABF9C373F39A}" dt="2026-10-27T02:21:33.309" v="157"/>
          <ac:spMkLst>
            <pc:docMk/>
            <pc:sldMk cId="1879806387" sldId="317"/>
            <ac:spMk id="11" creationId="{A3C67787-5413-D1E0-4EDE-CDC3CD0462A3}"/>
          </ac:spMkLst>
        </pc:spChg>
      </pc:sldChg>
      <pc:sldChg chg="add">
        <pc:chgData name="Jack Wilson" userId="e1a19eef-53a3-48d9-917d-50c2525d4946" providerId="ADAL" clId="{1292E4CB-EE98-4EDA-B163-ABF9C373F39A}" dt="2026-10-27T02:14:56.038" v="150"/>
        <pc:sldMkLst>
          <pc:docMk/>
          <pc:sldMk cId="4206605997" sldId="318"/>
        </pc:sldMkLst>
      </pc:sldChg>
      <pc:sldChg chg="add">
        <pc:chgData name="Jack Wilson" userId="e1a19eef-53a3-48d9-917d-50c2525d4946" providerId="ADAL" clId="{1292E4CB-EE98-4EDA-B163-ABF9C373F39A}" dt="2026-10-27T02:14:57.961" v="151"/>
        <pc:sldMkLst>
          <pc:docMk/>
          <pc:sldMk cId="2594750542" sldId="319"/>
        </pc:sldMkLst>
      </pc:sldChg>
      <pc:sldChg chg="add">
        <pc:chgData name="Jack Wilson" userId="e1a19eef-53a3-48d9-917d-50c2525d4946" providerId="ADAL" clId="{1292E4CB-EE98-4EDA-B163-ABF9C373F39A}" dt="2026-10-27T02:15:07.958" v="152"/>
        <pc:sldMkLst>
          <pc:docMk/>
          <pc:sldMk cId="3507970490" sldId="320"/>
        </pc:sldMkLst>
      </pc:sldChg>
      <pc:sldChg chg="add">
        <pc:chgData name="Jack Wilson" userId="e1a19eef-53a3-48d9-917d-50c2525d4946" providerId="ADAL" clId="{1292E4CB-EE98-4EDA-B163-ABF9C373F39A}" dt="2026-10-27T02:20:06.517" v="154"/>
        <pc:sldMkLst>
          <pc:docMk/>
          <pc:sldMk cId="995460358" sldId="321"/>
        </pc:sldMkLst>
      </pc:sldChg>
      <pc:sldChg chg="add">
        <pc:chgData name="Jack Wilson" userId="e1a19eef-53a3-48d9-917d-50c2525d4946" providerId="ADAL" clId="{1292E4CB-EE98-4EDA-B163-ABF9C373F39A}" dt="2026-10-27T02:20:06.807" v="155"/>
        <pc:sldMkLst>
          <pc:docMk/>
          <pc:sldMk cId="4059069633" sldId="322"/>
        </pc:sldMkLst>
      </pc:sldChg>
      <pc:sldChg chg="add">
        <pc:chgData name="Jack Wilson" userId="e1a19eef-53a3-48d9-917d-50c2525d4946" providerId="ADAL" clId="{1292E4CB-EE98-4EDA-B163-ABF9C373F39A}" dt="2026-10-27T02:23:18.592" v="159"/>
        <pc:sldMkLst>
          <pc:docMk/>
          <pc:sldMk cId="51299503" sldId="323"/>
        </pc:sldMkLst>
      </pc:sldChg>
      <pc:sldChg chg="add">
        <pc:chgData name="Jack Wilson" userId="e1a19eef-53a3-48d9-917d-50c2525d4946" providerId="ADAL" clId="{1292E4CB-EE98-4EDA-B163-ABF9C373F39A}" dt="2026-10-27T02:20:07.105" v="156"/>
        <pc:sldMkLst>
          <pc:docMk/>
          <pc:sldMk cId="3157369951" sldId="323"/>
        </pc:sldMkLst>
      </pc:sldChg>
      <pc:sldChg chg="add">
        <pc:chgData name="Jack Wilson" userId="e1a19eef-53a3-48d9-917d-50c2525d4946" providerId="ADAL" clId="{1292E4CB-EE98-4EDA-B163-ABF9C373F39A}" dt="2026-10-27T02:23:18.812" v="160"/>
        <pc:sldMkLst>
          <pc:docMk/>
          <pc:sldMk cId="3363631322" sldId="324"/>
        </pc:sldMkLst>
      </pc:sldChg>
      <pc:sldChg chg="add">
        <pc:chgData name="Jack Wilson" userId="e1a19eef-53a3-48d9-917d-50c2525d4946" providerId="ADAL" clId="{1292E4CB-EE98-4EDA-B163-ABF9C373F39A}" dt="2026-10-27T02:26:10.633" v="161"/>
        <pc:sldMkLst>
          <pc:docMk/>
          <pc:sldMk cId="2476112112" sldId="325"/>
        </pc:sldMkLst>
      </pc:sldChg>
      <pc:sldChg chg="add">
        <pc:chgData name="Jack Wilson" userId="e1a19eef-53a3-48d9-917d-50c2525d4946" providerId="ADAL" clId="{1292E4CB-EE98-4EDA-B163-ABF9C373F39A}" dt="2026-10-27T02:31:29.806" v="162"/>
        <pc:sldMkLst>
          <pc:docMk/>
          <pc:sldMk cId="905247825" sldId="326"/>
        </pc:sldMkLst>
      </pc:sldChg>
      <pc:sldChg chg="add">
        <pc:chgData name="Jack Wilson" userId="e1a19eef-53a3-48d9-917d-50c2525d4946" providerId="ADAL" clId="{1292E4CB-EE98-4EDA-B163-ABF9C373F39A}" dt="2026-10-27T02:31:30.140" v="163"/>
        <pc:sldMkLst>
          <pc:docMk/>
          <pc:sldMk cId="2585394362" sldId="327"/>
        </pc:sldMkLst>
      </pc:sldChg>
      <pc:sldChg chg="add">
        <pc:chgData name="Jack Wilson" userId="e1a19eef-53a3-48d9-917d-50c2525d4946" providerId="ADAL" clId="{1292E4CB-EE98-4EDA-B163-ABF9C373F39A}" dt="2026-10-27T02:31:30.384" v="164"/>
        <pc:sldMkLst>
          <pc:docMk/>
          <pc:sldMk cId="1014783463" sldId="328"/>
        </pc:sldMkLst>
      </pc:sldChg>
      <pc:sldChg chg="modSp add">
        <pc:chgData name="Jack Wilson" userId="e1a19eef-53a3-48d9-917d-50c2525d4946" providerId="ADAL" clId="{1292E4CB-EE98-4EDA-B163-ABF9C373F39A}" dt="2026-10-27T03:10:47.895" v="175"/>
        <pc:sldMkLst>
          <pc:docMk/>
          <pc:sldMk cId="3337015457" sldId="329"/>
        </pc:sldMkLst>
        <pc:spChg chg="mod">
          <ac:chgData name="Jack Wilson" userId="e1a19eef-53a3-48d9-917d-50c2525d4946" providerId="ADAL" clId="{1292E4CB-EE98-4EDA-B163-ABF9C373F39A}" dt="2026-10-27T03:10:47.895" v="175"/>
          <ac:spMkLst>
            <pc:docMk/>
            <pc:sldMk cId="3337015457" sldId="329"/>
            <ac:spMk id="2" creationId="{DFD41CC7-BC8C-CCDC-E28E-330D6BF88AEA}"/>
          </ac:spMkLst>
        </pc:spChg>
      </pc:sldChg>
      <pc:sldChg chg="modSp add">
        <pc:chgData name="Jack Wilson" userId="e1a19eef-53a3-48d9-917d-50c2525d4946" providerId="ADAL" clId="{1292E4CB-EE98-4EDA-B163-ABF9C373F39A}" dt="2026-10-27T03:10:49.769" v="176"/>
        <pc:sldMkLst>
          <pc:docMk/>
          <pc:sldMk cId="2257690445" sldId="330"/>
        </pc:sldMkLst>
        <pc:spChg chg="mod">
          <ac:chgData name="Jack Wilson" userId="e1a19eef-53a3-48d9-917d-50c2525d4946" providerId="ADAL" clId="{1292E4CB-EE98-4EDA-B163-ABF9C373F39A}" dt="2026-10-27T03:10:49.769" v="176"/>
          <ac:spMkLst>
            <pc:docMk/>
            <pc:sldMk cId="2257690445" sldId="330"/>
            <ac:spMk id="2" creationId="{D6F8D7B0-272C-9F54-CF5E-780059F2C485}"/>
          </ac:spMkLst>
        </pc:spChg>
      </pc:sldChg>
      <pc:sldChg chg="modSp add">
        <pc:chgData name="Jack Wilson" userId="e1a19eef-53a3-48d9-917d-50c2525d4946" providerId="ADAL" clId="{1292E4CB-EE98-4EDA-B163-ABF9C373F39A}" dt="2026-10-27T03:10:51.927" v="177"/>
        <pc:sldMkLst>
          <pc:docMk/>
          <pc:sldMk cId="2977713198" sldId="331"/>
        </pc:sldMkLst>
        <pc:spChg chg="mod">
          <ac:chgData name="Jack Wilson" userId="e1a19eef-53a3-48d9-917d-50c2525d4946" providerId="ADAL" clId="{1292E4CB-EE98-4EDA-B163-ABF9C373F39A}" dt="2026-10-27T03:10:51.927" v="177"/>
          <ac:spMkLst>
            <pc:docMk/>
            <pc:sldMk cId="2977713198" sldId="331"/>
            <ac:spMk id="2" creationId="{1BD1DEE1-E71E-AB8D-3F29-B7FA894A7654}"/>
          </ac:spMkLst>
        </pc:spChg>
      </pc:sldChg>
      <pc:sldChg chg="modSp add">
        <pc:chgData name="Jack Wilson" userId="e1a19eef-53a3-48d9-917d-50c2525d4946" providerId="ADAL" clId="{1292E4CB-EE98-4EDA-B163-ABF9C373F39A}" dt="2026-10-27T03:10:54.236" v="178"/>
        <pc:sldMkLst>
          <pc:docMk/>
          <pc:sldMk cId="2619366419" sldId="332"/>
        </pc:sldMkLst>
        <pc:spChg chg="mod">
          <ac:chgData name="Jack Wilson" userId="e1a19eef-53a3-48d9-917d-50c2525d4946" providerId="ADAL" clId="{1292E4CB-EE98-4EDA-B163-ABF9C373F39A}" dt="2026-10-27T03:10:54.236" v="178"/>
          <ac:spMkLst>
            <pc:docMk/>
            <pc:sldMk cId="2619366419" sldId="332"/>
            <ac:spMk id="2" creationId="{C3E2BEE2-47A1-A1D3-8136-18948B16EA1D}"/>
          </ac:spMkLst>
        </pc:spChg>
      </pc:sldChg>
      <pc:sldChg chg="modSp add">
        <pc:chgData name="Jack Wilson" userId="e1a19eef-53a3-48d9-917d-50c2525d4946" providerId="ADAL" clId="{1292E4CB-EE98-4EDA-B163-ABF9C373F39A}" dt="2026-10-27T03:11:16.088" v="180" actId="14861"/>
        <pc:sldMkLst>
          <pc:docMk/>
          <pc:sldMk cId="1107937271" sldId="333"/>
        </pc:sldMkLst>
        <pc:spChg chg="mod">
          <ac:chgData name="Jack Wilson" userId="e1a19eef-53a3-48d9-917d-50c2525d4946" providerId="ADAL" clId="{1292E4CB-EE98-4EDA-B163-ABF9C373F39A}" dt="2026-10-27T03:11:16.088" v="180" actId="14861"/>
          <ac:spMkLst>
            <pc:docMk/>
            <pc:sldMk cId="1107937271" sldId="333"/>
            <ac:spMk id="2" creationId="{501F734D-91CF-4E5E-E3AF-975E0B937591}"/>
          </ac:spMkLst>
        </pc:spChg>
        <pc:grpChg chg="mod">
          <ac:chgData name="Jack Wilson" userId="e1a19eef-53a3-48d9-917d-50c2525d4946" providerId="ADAL" clId="{1292E4CB-EE98-4EDA-B163-ABF9C373F39A}" dt="2026-10-27T03:11:16.088" v="180" actId="14861"/>
          <ac:grpSpMkLst>
            <pc:docMk/>
            <pc:sldMk cId="1107937271" sldId="333"/>
            <ac:grpSpMk id="18" creationId="{0194CEB1-42BB-0D96-289D-BFC76047C6FE}"/>
          </ac:grpSpMkLst>
        </pc:grpChg>
      </pc:sldChg>
      <pc:sldChg chg="modSp add">
        <pc:chgData name="Jack Wilson" userId="e1a19eef-53a3-48d9-917d-50c2525d4946" providerId="ADAL" clId="{1292E4CB-EE98-4EDA-B163-ABF9C373F39A}" dt="2026-10-27T03:11:23.953" v="181" actId="14861"/>
        <pc:sldMkLst>
          <pc:docMk/>
          <pc:sldMk cId="1675627372" sldId="334"/>
        </pc:sldMkLst>
        <pc:spChg chg="mod">
          <ac:chgData name="Jack Wilson" userId="e1a19eef-53a3-48d9-917d-50c2525d4946" providerId="ADAL" clId="{1292E4CB-EE98-4EDA-B163-ABF9C373F39A}" dt="2026-10-27T03:11:23.953" v="181" actId="14861"/>
          <ac:spMkLst>
            <pc:docMk/>
            <pc:sldMk cId="1675627372" sldId="334"/>
            <ac:spMk id="2" creationId="{9053EF39-6F93-F672-B5A1-110B846F0E58}"/>
          </ac:spMkLst>
        </pc:spChg>
        <pc:grpChg chg="mod">
          <ac:chgData name="Jack Wilson" userId="e1a19eef-53a3-48d9-917d-50c2525d4946" providerId="ADAL" clId="{1292E4CB-EE98-4EDA-B163-ABF9C373F39A}" dt="2026-10-27T03:11:23.953" v="181" actId="14861"/>
          <ac:grpSpMkLst>
            <pc:docMk/>
            <pc:sldMk cId="1675627372" sldId="334"/>
            <ac:grpSpMk id="18" creationId="{3DC748B0-58CD-5CBD-3EBD-F3F983C3C1F3}"/>
          </ac:grpSpMkLst>
        </pc:grpChg>
      </pc:sldChg>
      <pc:sldChg chg="add">
        <pc:chgData name="Jack Wilson" userId="e1a19eef-53a3-48d9-917d-50c2525d4946" providerId="ADAL" clId="{1292E4CB-EE98-4EDA-B163-ABF9C373F39A}" dt="2026-10-27T02:44:54.392" v="170"/>
        <pc:sldMkLst>
          <pc:docMk/>
          <pc:sldMk cId="1692942492" sldId="334"/>
        </pc:sldMkLst>
      </pc:sldChg>
      <pc:sldChg chg="modSp add ord">
        <pc:chgData name="Jack Wilson" userId="e1a19eef-53a3-48d9-917d-50c2525d4946" providerId="ADAL" clId="{1292E4CB-EE98-4EDA-B163-ABF9C373F39A}" dt="2026-10-27T03:11:06.991" v="179" actId="14861"/>
        <pc:sldMkLst>
          <pc:docMk/>
          <pc:sldMk cId="1235958807" sldId="335"/>
        </pc:sldMkLst>
        <pc:spChg chg="mod">
          <ac:chgData name="Jack Wilson" userId="e1a19eef-53a3-48d9-917d-50c2525d4946" providerId="ADAL" clId="{1292E4CB-EE98-4EDA-B163-ABF9C373F39A}" dt="2026-10-27T03:11:06.991" v="179" actId="14861"/>
          <ac:spMkLst>
            <pc:docMk/>
            <pc:sldMk cId="1235958807" sldId="335"/>
            <ac:spMk id="2" creationId="{F4B37BA4-E91A-3C98-45EF-2C75AA5A263E}"/>
          </ac:spMkLst>
        </pc:spChg>
        <pc:grpChg chg="mod">
          <ac:chgData name="Jack Wilson" userId="e1a19eef-53a3-48d9-917d-50c2525d4946" providerId="ADAL" clId="{1292E4CB-EE98-4EDA-B163-ABF9C373F39A}" dt="2026-10-27T03:11:06.991" v="179" actId="14861"/>
          <ac:grpSpMkLst>
            <pc:docMk/>
            <pc:sldMk cId="1235958807" sldId="335"/>
            <ac:grpSpMk id="18" creationId="{63D39952-8B47-C1E3-6910-7FBDE645227A}"/>
          </ac:grpSpMkLst>
        </pc:grpChg>
      </pc:sldChg>
      <pc:sldChg chg="add">
        <pc:chgData name="Jack Wilson" userId="e1a19eef-53a3-48d9-917d-50c2525d4946" providerId="ADAL" clId="{1292E4CB-EE98-4EDA-B163-ABF9C373F39A}" dt="2026-10-27T03:39:06.563" v="192"/>
        <pc:sldMkLst>
          <pc:docMk/>
          <pc:sldMk cId="3420306265" sldId="3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B3787-E6DC-45B0-818A-84A7FBAEF15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38A9-023B-4E96-A36C-9D73167F5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0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now that we know what impacts we want to look at, we can collect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09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53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27841-09EE-3B03-D3B1-3B03437C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DFCD6-6C8D-8D44-008F-34F2B58A9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BFB4C-5FE7-B5DC-E917-22FDC2CD6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91DA3-5438-41D3-D92C-C8727D94A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55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92BC-A2CA-2F25-25C3-3D431F7BB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19C7F-52FD-2B81-B319-75C5ACA19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FCDAD-8502-1FAD-9538-992585FF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A62D2-11D5-DFBE-E670-21096F8CF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57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9441D-8A80-29B2-DBF2-3985BF78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52923-AAF5-428D-02E8-B6C67DF72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6E9A2-3619-532B-F2A9-7DB33E830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FD29C-6165-85D7-FFE9-9B23147E5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50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EDFE-2A76-1702-B4BB-393A38AD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DB7F3-5CEF-E3B7-CC7B-8447DDEFF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FC105-3E34-4E29-3F33-A327FE869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47691-F0D2-46C1-113E-96850C350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0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6EF81-0F2E-58D9-DDA5-F57FA2DED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FF9D4-9169-3A38-0BDF-8173302E3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C15FA2-7D54-18FB-B962-73E45015C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7D276-69F0-590C-9713-D8C1E8091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54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89208-BD0F-62D3-A5E5-07EB199F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0E355-4D66-7EAD-C9E2-3FD885ECE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1CB54-4AD9-6ED7-C376-4619B5144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33B97-B520-629E-4FDC-557641704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99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A96A5-DB7E-C778-2A96-DF42700E0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FA3F1-B99C-D1D7-EA7B-22A1BD323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94CC9-535F-4ED2-4D64-91C98FC6C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B804C-6673-8804-0ABA-CBB46C274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67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F3BE-4726-DC6D-E415-2F79BC32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E00C5-FEBA-A610-E58D-4E94CB7DE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7C1F2-C2E2-D932-C5F8-D158C6026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87447-C394-D6B4-B3BD-B4C571ED3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34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06E2C-8ADF-9013-AD96-068A0FE8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9449A-56C4-ACAD-FF11-A9F5A2FEE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B101F-C0D3-1695-2973-0D6EFAC9B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2CA6E-4B6B-260D-D651-D912157F8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32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5CFF-9551-4228-8CEA-A9CD60C8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18B66-EB91-56C8-755D-7717CD548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267AC-35B2-056A-3A46-3C48CF869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8AB17-7E91-21D4-43B1-B4E3D9B4B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64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7F064-74A1-523C-78CF-7FE1E644E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5A70C-51D5-7EBC-4F8D-927054A95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1620C-FFC6-7E0F-1632-060715F78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7B76F-BDC6-4A6C-13B2-456AF69D0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03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8E0A-E027-6935-BCF4-4C4678D4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800CC-749E-2689-563C-5280E3119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CA195-0C56-5C92-5207-24F808A45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C7299-49DC-90D6-8CD7-22930840F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77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17685-C0D2-F236-7511-8B9E6DB1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FBEA5-F345-5DEC-033E-E2C0540E7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B414F-15EF-BBBE-14B4-BD38D3611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DCC1A-86A7-1EE1-789C-35684E669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71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9AC7-DD8E-1F76-E87D-050FA82F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44077-757E-7133-6E0E-E8CACF9FA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5857D-2151-3141-8FAD-9F107C603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C6F45-6B2B-89BC-5037-2C2C2F84A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02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24304-3D04-233F-99C4-844E8513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65A2C-8F4F-9CAB-A2BB-B0DA1C6F9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F74F7-9B10-107C-74ED-5D64424CC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BC3E9-AFDC-9612-01AD-2950051A9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9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31FBC-6D90-C0CC-D469-AA8AB6E2E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7AE1B-0C3C-A9A9-A486-DE7535F67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D8E38-699D-0BF8-BC08-D8AB5024F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994C4-AD65-72F9-C7E5-AF6452DDF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A38A9-023B-4E96-A36C-9D73167F5D1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11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CC93-E2D4-E497-4123-077AC2895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A1BC-399F-BC91-26DD-E9A6E222A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E4561-096C-058C-A113-08C8287C4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BE5F5-CD49-4702-02CF-2E082A4F2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D0243-04A7-95C7-75BD-4AD6C6EC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61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AABEF-3A1C-6410-3A1F-044C9789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A7B1E-8856-C4F9-0E97-D035C68C3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4BF5-4B84-6DBF-46E1-DBA41B6E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7EC2A-8D0D-54C2-B632-E6BED66B4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82D4B-F24B-C8BC-AD1E-615171F1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5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8D0D-C663-0651-DF5F-6A7C256E0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7C6AA-D86C-4EB6-8343-00F4C55C5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E0EA2-F08B-0C31-B9C4-ACAC5BD00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6D295-58FF-01E1-34F9-501E79EF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C6603-7B8C-3A20-F0A1-187F0582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04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4780-62C8-4C59-357F-0639B77B5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3AB99-A2CA-2929-B535-09C73AB66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B4830-0A3D-DB24-610E-BF9D5CA5A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4B0E0-FF50-A818-46FC-9110B66C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2DB71-08E1-165F-80F9-19883D4F9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AD64C-6F70-5BE1-59DD-A2D783B3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2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E637-9C7D-7D9C-F0DB-6AED36B0B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4064E-013D-0B34-9454-C2F1BF98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FC463-FE8A-156D-E8C2-4E73BDC25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AFF59-7437-D519-D4D9-44F0BEB8A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11DEB-29A8-4D75-F2A5-6A1CD519B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77AB5-3DCC-C0F3-4A64-0AA7FC0F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99D6E-F546-B7E8-A3F9-F9AE0C68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4CE4C4-88FB-00CF-19EF-1DB34EF97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65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0FBBC-771C-F044-DDA4-23191C27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E0A92-CBB3-0809-EA62-1F6E01B0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D2B52-BA3B-3142-13B0-BDC07C23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A4220-34C9-2458-D004-49616603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C9D0D4-498B-8C35-E082-ECB8324F1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FCD18-B4ED-5147-05C6-994AE2492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E2BB6-51E2-A0D4-A0A7-2DD4D376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56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7E03-EC6C-0A83-F253-76F3BF07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E849B-000A-5507-58A4-B60114691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0A5CA-E86D-EE52-F75E-5F9F34F20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6EBFC-3DFE-B36B-58DB-57BEC2C3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6D8D3-C200-BF73-8988-8AE89C60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01CB9-B357-51DB-E580-ED99F93D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8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9909C-7CB6-BF3D-9E77-6DA1811C1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B6665-E4BA-F103-4963-014B351099B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E0798-60B7-1924-055A-9E40DE6CF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CA7CF-1DEB-F707-52C6-FE1EA18A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CF9D3-D275-AA55-BC66-2494AD402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B3D84-D39F-8D55-8388-D24211C4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0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D489-0680-BE1D-0C83-A5B0C9655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B6ABE-DC0F-2EA7-0BD7-B0235D1D6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ABAA9-A961-574B-DFAA-45E3A633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E3538-B587-2DB1-B292-5DC39044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29F85-ACD2-7055-29D1-06A19887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41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22083-9163-1433-FB3E-D8AE37014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E33DE-D091-5061-508A-B52FF9A13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57354-B4C4-A7E5-1242-1E881D5A8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F8C85-8BDD-F6E0-BF02-8BEF93A98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D3F6D-9F53-DE39-F224-EE4829C40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8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ACB5E-E342-46FE-C1B6-008306849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6D8FF-C246-0F10-8284-B396A8340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77F55-0C75-65A1-2D8C-C0C5C58AE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FD233-A4FE-49DF-9EED-769DEC5F53D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31F20-1974-28F9-BEC1-C39822BF2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3EFB3-D77A-0F62-8950-AC1D35816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7B2C5-1574-43BF-BE9D-FC90AA562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4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36BD80-65D3-1C59-CCAF-642C236E934B}"/>
              </a:ext>
            </a:extLst>
          </p:cNvPr>
          <p:cNvSpPr/>
          <p:nvPr/>
        </p:nvSpPr>
        <p:spPr>
          <a:xfrm>
            <a:off x="290512" y="973693"/>
            <a:ext cx="11610975" cy="5197476"/>
          </a:xfrm>
          <a:prstGeom prst="roundRect">
            <a:avLst>
              <a:gd name="adj" fmla="val 8721"/>
            </a:avLst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2B8A8-5B8B-83A9-F0C0-89515E1FD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4626"/>
            <a:ext cx="9144000" cy="1193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Grid’s Balancing 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C9225-0BB8-02F5-DF40-827477EE4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44802"/>
            <a:ext cx="9144000" cy="10382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What decides how much electricity we need?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B3D1D7-13E9-0714-5CD3-97FCCC02EB96}"/>
              </a:ext>
            </a:extLst>
          </p:cNvPr>
          <p:cNvSpPr txBox="1"/>
          <p:nvPr/>
        </p:nvSpPr>
        <p:spPr>
          <a:xfrm>
            <a:off x="3271836" y="368895"/>
            <a:ext cx="564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300" dirty="0">
                <a:latin typeface="Segoe UI" panose="020B0502040204020203" pitchFamily="34" charset="0"/>
                <a:cs typeface="Segoe UI" panose="020B0502040204020203" pitchFamily="34" charset="0"/>
              </a:rPr>
              <a:t>U.S. Electricity Demand &amp; Generation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8F094D-37A6-7E2E-7DFD-18EBE489094E}"/>
              </a:ext>
            </a:extLst>
          </p:cNvPr>
          <p:cNvSpPr/>
          <p:nvPr/>
        </p:nvSpPr>
        <p:spPr>
          <a:xfrm>
            <a:off x="5941217" y="3761131"/>
            <a:ext cx="309562" cy="656543"/>
          </a:xfrm>
          <a:custGeom>
            <a:avLst/>
            <a:gdLst>
              <a:gd name="csX0" fmla="*/ 157162 w 433387"/>
              <a:gd name="csY0" fmla="*/ 0 h 919162"/>
              <a:gd name="csX1" fmla="*/ 373062 w 433387"/>
              <a:gd name="csY1" fmla="*/ 4762 h 919162"/>
              <a:gd name="csX2" fmla="*/ 246062 w 433387"/>
              <a:gd name="csY2" fmla="*/ 352425 h 919162"/>
              <a:gd name="csX3" fmla="*/ 433387 w 433387"/>
              <a:gd name="csY3" fmla="*/ 357187 h 919162"/>
              <a:gd name="csX4" fmla="*/ 133350 w 433387"/>
              <a:gd name="csY4" fmla="*/ 919162 h 919162"/>
              <a:gd name="csX5" fmla="*/ 190500 w 433387"/>
              <a:gd name="csY5" fmla="*/ 452437 h 919162"/>
              <a:gd name="csX6" fmla="*/ 0 w 433387"/>
              <a:gd name="csY6" fmla="*/ 449262 h 919162"/>
              <a:gd name="csX7" fmla="*/ 157162 w 433387"/>
              <a:gd name="csY7" fmla="*/ 0 h 9191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387" h="919162">
                <a:moveTo>
                  <a:pt x="157162" y="0"/>
                </a:moveTo>
                <a:lnTo>
                  <a:pt x="373062" y="4762"/>
                </a:lnTo>
                <a:lnTo>
                  <a:pt x="246062" y="352425"/>
                </a:lnTo>
                <a:lnTo>
                  <a:pt x="433387" y="357187"/>
                </a:lnTo>
                <a:lnTo>
                  <a:pt x="133350" y="919162"/>
                </a:lnTo>
                <a:lnTo>
                  <a:pt x="190500" y="452437"/>
                </a:lnTo>
                <a:lnTo>
                  <a:pt x="0" y="449262"/>
                </a:lnTo>
                <a:lnTo>
                  <a:pt x="157162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A4B6EA-5B32-432C-18B1-3CFEA66793DD}"/>
              </a:ext>
            </a:extLst>
          </p:cNvPr>
          <p:cNvGrpSpPr/>
          <p:nvPr/>
        </p:nvGrpSpPr>
        <p:grpSpPr>
          <a:xfrm>
            <a:off x="2762247" y="3846870"/>
            <a:ext cx="6667502" cy="1698201"/>
            <a:chOff x="2762250" y="4293024"/>
            <a:chExt cx="6667502" cy="16982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E09AECE7-E7AF-CE4D-2260-894F5FAC5358}"/>
                </a:ext>
              </a:extLst>
            </p:cNvPr>
            <p:cNvSpPr/>
            <p:nvPr/>
          </p:nvSpPr>
          <p:spPr>
            <a:xfrm>
              <a:off x="5565647" y="5076825"/>
              <a:ext cx="1060704" cy="9144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D869CD-16FB-2925-012A-C33ECD12F3A7}"/>
                </a:ext>
              </a:extLst>
            </p:cNvPr>
            <p:cNvCxnSpPr/>
            <p:nvPr/>
          </p:nvCxnSpPr>
          <p:spPr>
            <a:xfrm>
              <a:off x="3157535" y="5067300"/>
              <a:ext cx="5876925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BFEFCBC-1E04-6DE9-A083-D7B6E2E3154E}"/>
                </a:ext>
              </a:extLst>
            </p:cNvPr>
            <p:cNvSpPr/>
            <p:nvPr/>
          </p:nvSpPr>
          <p:spPr>
            <a:xfrm>
              <a:off x="2762250" y="4312166"/>
              <a:ext cx="1666875" cy="6565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Supply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B7C2FA1-C60E-DA0A-C80F-22B29B3070DA}"/>
                </a:ext>
              </a:extLst>
            </p:cNvPr>
            <p:cNvSpPr/>
            <p:nvPr/>
          </p:nvSpPr>
          <p:spPr>
            <a:xfrm>
              <a:off x="7762877" y="4293024"/>
              <a:ext cx="1666875" cy="6565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Demand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853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5998-16A9-EAC0-6BE1-2EB454B03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049879-C44F-508B-CF6B-89F044B7A4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6B26C-5A68-EB24-E1AB-510C20D9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Someone must balance the grid</a:t>
            </a:r>
          </a:p>
        </p:txBody>
      </p:sp>
    </p:spTree>
    <p:extLst>
      <p:ext uri="{BB962C8B-B14F-4D97-AF65-F5344CB8AC3E}">
        <p14:creationId xmlns:p14="http://schemas.microsoft.com/office/powerpoint/2010/main" val="239177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B2C44-C257-E094-111A-507B32B5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318888-450D-BB8D-E0E8-7CD83CC789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03A79-DA63-35BC-5181-CF515F2E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Someone must balance the grid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4C6782-1B06-27D5-07C6-79C821B5C9EF}"/>
              </a:ext>
            </a:extLst>
          </p:cNvPr>
          <p:cNvSpPr/>
          <p:nvPr/>
        </p:nvSpPr>
        <p:spPr>
          <a:xfrm>
            <a:off x="4462462" y="2047876"/>
            <a:ext cx="3267075" cy="2000250"/>
          </a:xfrm>
          <a:prstGeom prst="roundRect">
            <a:avLst>
              <a:gd name="adj" fmla="val 7878"/>
            </a:avLst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Balancing Authority</a:t>
            </a: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Matches supply and demand in real time</a:t>
            </a:r>
          </a:p>
        </p:txBody>
      </p:sp>
    </p:spTree>
    <p:extLst>
      <p:ext uri="{BB962C8B-B14F-4D97-AF65-F5344CB8AC3E}">
        <p14:creationId xmlns:p14="http://schemas.microsoft.com/office/powerpoint/2010/main" val="123995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5FAB-AD2F-9CCA-5694-9F184BA56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C0B326-0B70-1DB3-7F7D-6BF59B9FC6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7BF4A-15B8-6546-C94A-FF8F87B1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Someone must balance the grid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CE5713-3B32-6160-223A-49E239661BB4}"/>
              </a:ext>
            </a:extLst>
          </p:cNvPr>
          <p:cNvSpPr/>
          <p:nvPr/>
        </p:nvSpPr>
        <p:spPr>
          <a:xfrm>
            <a:off x="4462462" y="2047876"/>
            <a:ext cx="3267075" cy="2000250"/>
          </a:xfrm>
          <a:prstGeom prst="roundRect">
            <a:avLst>
              <a:gd name="adj" fmla="val 7878"/>
            </a:avLst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Balancing Authority</a:t>
            </a: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Matches supply and demand in real time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A572E6-4FC6-004A-E3E6-F7D9D29655C5}"/>
              </a:ext>
            </a:extLst>
          </p:cNvPr>
          <p:cNvSpPr/>
          <p:nvPr/>
        </p:nvSpPr>
        <p:spPr>
          <a:xfrm>
            <a:off x="704850" y="4891085"/>
            <a:ext cx="9982200" cy="1162050"/>
          </a:xfrm>
          <a:prstGeom prst="roundRect">
            <a:avLst/>
          </a:prstGeom>
          <a:noFill/>
          <a:ln w="28575">
            <a:solidFill>
              <a:srgbClr val="379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en-US" b="1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balancing authority (BA) </a:t>
            </a:r>
            <a:r>
              <a:rPr lang="en-US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matches supply and demand across its region in real time. Think air traffic control for the power grid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A7F90F-A71F-E7E9-6161-AEC16DCE7206}"/>
              </a:ext>
            </a:extLst>
          </p:cNvPr>
          <p:cNvCxnSpPr>
            <a:cxnSpLocks/>
          </p:cNvCxnSpPr>
          <p:nvPr/>
        </p:nvCxnSpPr>
        <p:spPr>
          <a:xfrm flipV="1">
            <a:off x="5695950" y="4114800"/>
            <a:ext cx="276225" cy="771525"/>
          </a:xfrm>
          <a:prstGeom prst="line">
            <a:avLst/>
          </a:prstGeom>
          <a:ln w="28575">
            <a:solidFill>
              <a:srgbClr val="379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61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82944-49C9-6213-5C47-0B331179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951FC2-BD30-2709-A278-1CC879DA5D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6B854-2268-E0A4-FB7F-6B6ED9A60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Someone must balance the grid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5C8F13-D7E1-47B5-7421-8178902CEB8E}"/>
              </a:ext>
            </a:extLst>
          </p:cNvPr>
          <p:cNvSpPr/>
          <p:nvPr/>
        </p:nvSpPr>
        <p:spPr>
          <a:xfrm>
            <a:off x="4462462" y="2047876"/>
            <a:ext cx="3267075" cy="2000250"/>
          </a:xfrm>
          <a:prstGeom prst="roundRect">
            <a:avLst>
              <a:gd name="adj" fmla="val 7878"/>
            </a:avLst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Balancing Authority</a:t>
            </a: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Matches supply and demand in real time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B226F47-3066-4355-F2A0-78FAFDFFB7B8}"/>
              </a:ext>
            </a:extLst>
          </p:cNvPr>
          <p:cNvSpPr/>
          <p:nvPr/>
        </p:nvSpPr>
        <p:spPr>
          <a:xfrm rot="10800000">
            <a:off x="7729537" y="2966949"/>
            <a:ext cx="415177" cy="162100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5C9B12-4939-D576-610B-11667753C97C}"/>
              </a:ext>
            </a:extLst>
          </p:cNvPr>
          <p:cNvSpPr/>
          <p:nvPr/>
        </p:nvSpPr>
        <p:spPr>
          <a:xfrm>
            <a:off x="8144714" y="2047874"/>
            <a:ext cx="3267075" cy="2000250"/>
          </a:xfrm>
          <a:prstGeom prst="roundRect">
            <a:avLst>
              <a:gd name="adj" fmla="val 787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Customers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 from homes and businesses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DA86A6-B63B-571A-7A07-5C8037C22C45}"/>
              </a:ext>
            </a:extLst>
          </p:cNvPr>
          <p:cNvSpPr/>
          <p:nvPr/>
        </p:nvSpPr>
        <p:spPr>
          <a:xfrm>
            <a:off x="704850" y="4891085"/>
            <a:ext cx="9982200" cy="1162050"/>
          </a:xfrm>
          <a:prstGeom prst="roundRect">
            <a:avLst/>
          </a:prstGeom>
          <a:noFill/>
          <a:ln w="28575">
            <a:solidFill>
              <a:srgbClr val="379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en-US" b="1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balancing authority (BA) </a:t>
            </a:r>
            <a:r>
              <a:rPr lang="en-US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matches supply and demand across its region in real time. Think air traffic control for the power grid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BDB556-6D24-FF91-AA85-71B756E24E57}"/>
              </a:ext>
            </a:extLst>
          </p:cNvPr>
          <p:cNvCxnSpPr>
            <a:cxnSpLocks/>
          </p:cNvCxnSpPr>
          <p:nvPr/>
        </p:nvCxnSpPr>
        <p:spPr>
          <a:xfrm flipV="1">
            <a:off x="5695950" y="4114800"/>
            <a:ext cx="276225" cy="771525"/>
          </a:xfrm>
          <a:prstGeom prst="line">
            <a:avLst/>
          </a:prstGeom>
          <a:ln w="28575">
            <a:solidFill>
              <a:srgbClr val="379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224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9DE15-4FCE-D562-3F51-6FDBE797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B7AFEA-F74C-D800-DD18-77CB57048D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47238-2CFC-376D-1EA6-E642B706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Someone must balance the grid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611841-6E64-4562-CFF5-16A4F7842036}"/>
              </a:ext>
            </a:extLst>
          </p:cNvPr>
          <p:cNvSpPr/>
          <p:nvPr/>
        </p:nvSpPr>
        <p:spPr>
          <a:xfrm>
            <a:off x="780211" y="2047874"/>
            <a:ext cx="3267075" cy="2000251"/>
          </a:xfrm>
          <a:prstGeom prst="roundRect">
            <a:avLst>
              <a:gd name="adj" fmla="val 787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Plants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Supply from gas, nuclear, coal, wind, and solar plants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3CA2531-B5F3-18C8-EDB9-FBA4DA765780}"/>
              </a:ext>
            </a:extLst>
          </p:cNvPr>
          <p:cNvSpPr/>
          <p:nvPr/>
        </p:nvSpPr>
        <p:spPr>
          <a:xfrm rot="10800000">
            <a:off x="4047285" y="2966949"/>
            <a:ext cx="415177" cy="162100"/>
          </a:xfrm>
          <a:prstGeom prst="rightArrow">
            <a:avLst/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8F0311-A89C-B49F-B6D2-1AB9A67A9166}"/>
              </a:ext>
            </a:extLst>
          </p:cNvPr>
          <p:cNvSpPr/>
          <p:nvPr/>
        </p:nvSpPr>
        <p:spPr>
          <a:xfrm>
            <a:off x="4462462" y="2047876"/>
            <a:ext cx="3267075" cy="2000250"/>
          </a:xfrm>
          <a:prstGeom prst="roundRect">
            <a:avLst>
              <a:gd name="adj" fmla="val 7878"/>
            </a:avLst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Balancing Authority</a:t>
            </a: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Matches supply and demand in real time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70F71DE-6764-BA48-22C1-D5F5D595CAA1}"/>
              </a:ext>
            </a:extLst>
          </p:cNvPr>
          <p:cNvSpPr/>
          <p:nvPr/>
        </p:nvSpPr>
        <p:spPr>
          <a:xfrm rot="10800000">
            <a:off x="7729537" y="2966949"/>
            <a:ext cx="415177" cy="162100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59FC84-E05A-7795-1072-78CE4AF494EC}"/>
              </a:ext>
            </a:extLst>
          </p:cNvPr>
          <p:cNvSpPr/>
          <p:nvPr/>
        </p:nvSpPr>
        <p:spPr>
          <a:xfrm>
            <a:off x="8144714" y="2047874"/>
            <a:ext cx="3267075" cy="2000250"/>
          </a:xfrm>
          <a:prstGeom prst="roundRect">
            <a:avLst>
              <a:gd name="adj" fmla="val 787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Customers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 from homes and businesses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B67FCF-66DA-211A-703A-66F665B91377}"/>
              </a:ext>
            </a:extLst>
          </p:cNvPr>
          <p:cNvSpPr/>
          <p:nvPr/>
        </p:nvSpPr>
        <p:spPr>
          <a:xfrm>
            <a:off x="704850" y="4891085"/>
            <a:ext cx="9982200" cy="1162050"/>
          </a:xfrm>
          <a:prstGeom prst="roundRect">
            <a:avLst/>
          </a:prstGeom>
          <a:noFill/>
          <a:ln w="28575">
            <a:solidFill>
              <a:srgbClr val="379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en-US" b="1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balancing authority (BA) </a:t>
            </a:r>
            <a:r>
              <a:rPr lang="en-US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matches supply and demand across its region in real time. Think air traffic control for the power grid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4D12F0A-8984-64F3-FB2C-3AE32CE709A9}"/>
              </a:ext>
            </a:extLst>
          </p:cNvPr>
          <p:cNvCxnSpPr>
            <a:cxnSpLocks/>
          </p:cNvCxnSpPr>
          <p:nvPr/>
        </p:nvCxnSpPr>
        <p:spPr>
          <a:xfrm flipV="1">
            <a:off x="5695950" y="4114800"/>
            <a:ext cx="276225" cy="771525"/>
          </a:xfrm>
          <a:prstGeom prst="line">
            <a:avLst/>
          </a:prstGeom>
          <a:ln w="28575">
            <a:solidFill>
              <a:srgbClr val="379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127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3CA2-4FAF-35E7-73A0-BB6B635C7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C028BD-20B2-CA2D-343A-A83860A856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C1F92-09F6-C856-AD65-C0B27380F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Someone must balance the grid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766CDD-56C7-2C4F-A85E-0154B5178659}"/>
              </a:ext>
            </a:extLst>
          </p:cNvPr>
          <p:cNvSpPr/>
          <p:nvPr/>
        </p:nvSpPr>
        <p:spPr>
          <a:xfrm>
            <a:off x="780211" y="2047874"/>
            <a:ext cx="3267075" cy="2000251"/>
          </a:xfrm>
          <a:prstGeom prst="roundRect">
            <a:avLst>
              <a:gd name="adj" fmla="val 7878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Power Plants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Supply from gas, nuclear, coal, wind, and solar plants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ED6A7B7-992E-F97E-31DD-1904FCC99D7B}"/>
              </a:ext>
            </a:extLst>
          </p:cNvPr>
          <p:cNvSpPr/>
          <p:nvPr/>
        </p:nvSpPr>
        <p:spPr>
          <a:xfrm rot="10800000">
            <a:off x="4047285" y="2966949"/>
            <a:ext cx="415177" cy="162100"/>
          </a:xfrm>
          <a:prstGeom prst="rightArrow">
            <a:avLst/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603969-78C0-FF82-B0B1-14C481C11A35}"/>
              </a:ext>
            </a:extLst>
          </p:cNvPr>
          <p:cNvSpPr/>
          <p:nvPr/>
        </p:nvSpPr>
        <p:spPr>
          <a:xfrm>
            <a:off x="4462462" y="2047876"/>
            <a:ext cx="3267075" cy="2000250"/>
          </a:xfrm>
          <a:prstGeom prst="roundRect">
            <a:avLst>
              <a:gd name="adj" fmla="val 7878"/>
            </a:avLst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Balancing Authority</a:t>
            </a:r>
          </a:p>
          <a:p>
            <a:endParaRPr lang="en-US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Matches supply and demand in real time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323FCE5-2C44-7BAD-BC46-870F50107A5B}"/>
              </a:ext>
            </a:extLst>
          </p:cNvPr>
          <p:cNvSpPr/>
          <p:nvPr/>
        </p:nvSpPr>
        <p:spPr>
          <a:xfrm rot="10800000">
            <a:off x="7729537" y="2966949"/>
            <a:ext cx="415177" cy="162100"/>
          </a:xfrm>
          <a:prstGeom prst="rightArrow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1ABE83-AAF9-B029-AAB9-E49295BA0B50}"/>
              </a:ext>
            </a:extLst>
          </p:cNvPr>
          <p:cNvSpPr/>
          <p:nvPr/>
        </p:nvSpPr>
        <p:spPr>
          <a:xfrm>
            <a:off x="8144714" y="2047874"/>
            <a:ext cx="3267075" cy="2000250"/>
          </a:xfrm>
          <a:prstGeom prst="roundRect">
            <a:avLst>
              <a:gd name="adj" fmla="val 7878"/>
            </a:avLst>
          </a:prstGeom>
          <a:solidFill>
            <a:schemeClr val="bg1"/>
          </a:solidFill>
          <a:ln w="28575">
            <a:solidFill>
              <a:srgbClr val="FF7A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Customers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 from homes and businesses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F35EAF-B7F7-7A3C-F48A-00401421CA3A}"/>
              </a:ext>
            </a:extLst>
          </p:cNvPr>
          <p:cNvSpPr/>
          <p:nvPr/>
        </p:nvSpPr>
        <p:spPr>
          <a:xfrm>
            <a:off x="704850" y="4891085"/>
            <a:ext cx="9982200" cy="1162050"/>
          </a:xfrm>
          <a:prstGeom prst="roundRect">
            <a:avLst/>
          </a:prstGeom>
          <a:noFill/>
          <a:ln w="28575">
            <a:solidFill>
              <a:srgbClr val="379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en-US" b="1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balancing authority (BA) </a:t>
            </a:r>
            <a:r>
              <a:rPr lang="en-US" dirty="0">
                <a:solidFill>
                  <a:srgbClr val="3794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matches supply and demand across its region in real time. Think air traffic control for the power grid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CCDD9F-7364-EB12-371F-A59BAA552262}"/>
              </a:ext>
            </a:extLst>
          </p:cNvPr>
          <p:cNvCxnSpPr>
            <a:cxnSpLocks/>
          </p:cNvCxnSpPr>
          <p:nvPr/>
        </p:nvCxnSpPr>
        <p:spPr>
          <a:xfrm flipV="1">
            <a:off x="5695950" y="4114800"/>
            <a:ext cx="276225" cy="771525"/>
          </a:xfrm>
          <a:prstGeom prst="line">
            <a:avLst/>
          </a:prstGeom>
          <a:ln w="28575">
            <a:solidFill>
              <a:srgbClr val="379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5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17B215-A5C5-B81C-FA7D-3FBBF5DC7B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867C62-A603-E8EE-6F91-FA0234A0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</p:spTree>
    <p:extLst>
      <p:ext uri="{BB962C8B-B14F-4D97-AF65-F5344CB8AC3E}">
        <p14:creationId xmlns:p14="http://schemas.microsoft.com/office/powerpoint/2010/main" val="295806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E552F-C11A-5E84-64F9-845F15E2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B6F5BC-D514-DB6E-28C6-0A9C32BD89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0DBB9-E9F1-C72C-3667-CEF7C89A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4B9684-5AA9-A69D-F81F-3202B51EECBC}"/>
              </a:ext>
            </a:extLst>
          </p:cNvPr>
          <p:cNvSpPr/>
          <p:nvPr/>
        </p:nvSpPr>
        <p:spPr>
          <a:xfrm>
            <a:off x="1066800" y="18280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Area?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4EA9DF-618B-A944-1833-24A79EB6E4F8}"/>
              </a:ext>
            </a:extLst>
          </p:cNvPr>
          <p:cNvSpPr/>
          <p:nvPr/>
        </p:nvSpPr>
        <p:spPr>
          <a:xfrm>
            <a:off x="122872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53849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5E943-082D-AB8B-A551-185FCB1F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DD7D2C-C1C9-C495-728F-361FBD4D28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23A4D-981A-EE02-A87F-FB5632AA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256D23-32CA-6C25-BB2F-7F5C526F87C0}"/>
              </a:ext>
            </a:extLst>
          </p:cNvPr>
          <p:cNvSpPr/>
          <p:nvPr/>
        </p:nvSpPr>
        <p:spPr>
          <a:xfrm>
            <a:off x="1066800" y="18280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Area?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F5275C-2545-8234-13D8-860F0800312D}"/>
              </a:ext>
            </a:extLst>
          </p:cNvPr>
          <p:cNvSpPr/>
          <p:nvPr/>
        </p:nvSpPr>
        <p:spPr>
          <a:xfrm>
            <a:off x="122872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B705539-EE34-2F07-D11F-3D13790AAE63}"/>
              </a:ext>
            </a:extLst>
          </p:cNvPr>
          <p:cNvSpPr/>
          <p:nvPr/>
        </p:nvSpPr>
        <p:spPr>
          <a:xfrm>
            <a:off x="1066800" y="261937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Weather?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1F6A53-D804-07A0-8D81-19E50301E915}"/>
              </a:ext>
            </a:extLst>
          </p:cNvPr>
          <p:cNvSpPr/>
          <p:nvPr/>
        </p:nvSpPr>
        <p:spPr>
          <a:xfrm>
            <a:off x="1228725" y="274082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34251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AD97D-58A1-83BA-B06D-9F3150FC7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EC89AA-53ED-3C94-A68C-823198A6F3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77C6C-08EB-FCD0-045F-6CCFFF2A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547E37-8F51-EADC-FEE4-EFD89A57B988}"/>
              </a:ext>
            </a:extLst>
          </p:cNvPr>
          <p:cNvSpPr/>
          <p:nvPr/>
        </p:nvSpPr>
        <p:spPr>
          <a:xfrm>
            <a:off x="1066800" y="18280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Area?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4A1826-AC3F-2635-3054-3F9B3467B98F}"/>
              </a:ext>
            </a:extLst>
          </p:cNvPr>
          <p:cNvSpPr/>
          <p:nvPr/>
        </p:nvSpPr>
        <p:spPr>
          <a:xfrm>
            <a:off x="122872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F8A9A7-86AD-2CBB-8894-341CDA25CC6E}"/>
              </a:ext>
            </a:extLst>
          </p:cNvPr>
          <p:cNvSpPr/>
          <p:nvPr/>
        </p:nvSpPr>
        <p:spPr>
          <a:xfrm>
            <a:off x="1066800" y="261937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Weather?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5D819F8-1C20-DB7A-2AA8-912BE10BD739}"/>
              </a:ext>
            </a:extLst>
          </p:cNvPr>
          <p:cNvSpPr/>
          <p:nvPr/>
        </p:nvSpPr>
        <p:spPr>
          <a:xfrm>
            <a:off x="1228725" y="274082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CC672DD-1B07-B33D-FA48-E69CDA9263E9}"/>
              </a:ext>
            </a:extLst>
          </p:cNvPr>
          <p:cNvSpPr/>
          <p:nvPr/>
        </p:nvSpPr>
        <p:spPr>
          <a:xfrm>
            <a:off x="1066800" y="34409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Population?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D013E04-58DE-4C4E-6F57-007D86FC6200}"/>
              </a:ext>
            </a:extLst>
          </p:cNvPr>
          <p:cNvSpPr/>
          <p:nvPr/>
        </p:nvSpPr>
        <p:spPr>
          <a:xfrm>
            <a:off x="1228725" y="35623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7334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FABB-7DF1-9FDA-4C36-3FD8D022F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935CC-09F9-41D7-AD21-5F7E88B995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927E-FAA5-E9FA-6787-726C505EC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46FAF6-4690-D427-4FE1-DF7061205FAA}"/>
              </a:ext>
            </a:extLst>
          </p:cNvPr>
          <p:cNvSpPr/>
          <p:nvPr/>
        </p:nvSpPr>
        <p:spPr>
          <a:xfrm>
            <a:off x="1066800" y="18280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Area?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782EC9-6636-3120-D4D2-9595BEFEF6A2}"/>
              </a:ext>
            </a:extLst>
          </p:cNvPr>
          <p:cNvSpPr/>
          <p:nvPr/>
        </p:nvSpPr>
        <p:spPr>
          <a:xfrm>
            <a:off x="122872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EFF80E8-7273-0373-EA35-76C873E7682C}"/>
              </a:ext>
            </a:extLst>
          </p:cNvPr>
          <p:cNvSpPr/>
          <p:nvPr/>
        </p:nvSpPr>
        <p:spPr>
          <a:xfrm>
            <a:off x="1066800" y="261937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Weather?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7DA5E17-E326-9552-4BF5-A006FA9BD327}"/>
              </a:ext>
            </a:extLst>
          </p:cNvPr>
          <p:cNvSpPr/>
          <p:nvPr/>
        </p:nvSpPr>
        <p:spPr>
          <a:xfrm>
            <a:off x="1228725" y="274082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CE664F-592C-715D-32D9-5BF02BB84ECC}"/>
              </a:ext>
            </a:extLst>
          </p:cNvPr>
          <p:cNvSpPr/>
          <p:nvPr/>
        </p:nvSpPr>
        <p:spPr>
          <a:xfrm>
            <a:off x="1066800" y="34409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Population?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D432BDD-A098-A61E-4F78-E398208A792F}"/>
              </a:ext>
            </a:extLst>
          </p:cNvPr>
          <p:cNvSpPr/>
          <p:nvPr/>
        </p:nvSpPr>
        <p:spPr>
          <a:xfrm>
            <a:off x="1228725" y="35623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0941786-FFE6-6B06-DEC3-7B126F2E1877}"/>
              </a:ext>
            </a:extLst>
          </p:cNvPr>
          <p:cNvSpPr/>
          <p:nvPr/>
        </p:nvSpPr>
        <p:spPr>
          <a:xfrm>
            <a:off x="1066800" y="4284659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Income?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9FD01E-0F45-D095-8978-3F12AE242465}"/>
              </a:ext>
            </a:extLst>
          </p:cNvPr>
          <p:cNvSpPr/>
          <p:nvPr/>
        </p:nvSpPr>
        <p:spPr>
          <a:xfrm>
            <a:off x="1228725" y="4406102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7019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C5E3-5680-CA84-B471-9313BFFC6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4EFFB-3CC1-FF7C-BB23-CBD0549652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41332-994E-7704-B6CD-D9018671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81D7A4-34A5-1B9F-5811-D687DD664C7D}"/>
              </a:ext>
            </a:extLst>
          </p:cNvPr>
          <p:cNvSpPr/>
          <p:nvPr/>
        </p:nvSpPr>
        <p:spPr>
          <a:xfrm>
            <a:off x="1066800" y="18280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Area?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27C23C-534E-28BA-ADB5-AFE0A93CE291}"/>
              </a:ext>
            </a:extLst>
          </p:cNvPr>
          <p:cNvSpPr/>
          <p:nvPr/>
        </p:nvSpPr>
        <p:spPr>
          <a:xfrm>
            <a:off x="122872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8CF3430-1882-C015-A3B4-212FBBB2EDA7}"/>
              </a:ext>
            </a:extLst>
          </p:cNvPr>
          <p:cNvSpPr/>
          <p:nvPr/>
        </p:nvSpPr>
        <p:spPr>
          <a:xfrm>
            <a:off x="1066800" y="261937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Weather?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66FC3-C4F6-15EE-6216-5D1F0A1E5DB1}"/>
              </a:ext>
            </a:extLst>
          </p:cNvPr>
          <p:cNvSpPr/>
          <p:nvPr/>
        </p:nvSpPr>
        <p:spPr>
          <a:xfrm>
            <a:off x="1228725" y="274082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DCAFD81-4EDF-B9FA-A166-1BB8F30D46FD}"/>
              </a:ext>
            </a:extLst>
          </p:cNvPr>
          <p:cNvSpPr/>
          <p:nvPr/>
        </p:nvSpPr>
        <p:spPr>
          <a:xfrm>
            <a:off x="1066800" y="34409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Population?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21E79C9-853F-FA2B-771D-E4F630A196F2}"/>
              </a:ext>
            </a:extLst>
          </p:cNvPr>
          <p:cNvSpPr/>
          <p:nvPr/>
        </p:nvSpPr>
        <p:spPr>
          <a:xfrm>
            <a:off x="1228725" y="35623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5C0A8BE-3123-E387-0861-357FEE028B47}"/>
              </a:ext>
            </a:extLst>
          </p:cNvPr>
          <p:cNvSpPr/>
          <p:nvPr/>
        </p:nvSpPr>
        <p:spPr>
          <a:xfrm>
            <a:off x="1066800" y="4284659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Income?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96ADE56-2695-5147-58A9-C2220C26E71C}"/>
              </a:ext>
            </a:extLst>
          </p:cNvPr>
          <p:cNvSpPr/>
          <p:nvPr/>
        </p:nvSpPr>
        <p:spPr>
          <a:xfrm>
            <a:off x="1228725" y="4406102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05FA049-6393-C6FC-0109-F1E8DCD5B4CD}"/>
              </a:ext>
            </a:extLst>
          </p:cNvPr>
          <p:cNvSpPr/>
          <p:nvPr/>
        </p:nvSpPr>
        <p:spPr>
          <a:xfrm>
            <a:off x="1066800" y="5110556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Planetary alignment of the stars and galaxies?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422FBEA-BA7E-F3C9-192E-6862DCB2EFA5}"/>
              </a:ext>
            </a:extLst>
          </p:cNvPr>
          <p:cNvSpPr/>
          <p:nvPr/>
        </p:nvSpPr>
        <p:spPr>
          <a:xfrm>
            <a:off x="1228725" y="5231999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3209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8BB9-B054-6B9C-535C-8590CA8F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9A1137-6D56-78CC-7065-D1920325AA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58EF8F-11EF-2141-0878-ED0E97BF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171940-66A7-3943-E0CB-6746C554271C}"/>
              </a:ext>
            </a:extLst>
          </p:cNvPr>
          <p:cNvSpPr/>
          <p:nvPr/>
        </p:nvSpPr>
        <p:spPr>
          <a:xfrm>
            <a:off x="1066800" y="18280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Area?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056CF9-3468-397A-4C87-ACBA783BCDAF}"/>
              </a:ext>
            </a:extLst>
          </p:cNvPr>
          <p:cNvSpPr/>
          <p:nvPr/>
        </p:nvSpPr>
        <p:spPr>
          <a:xfrm>
            <a:off x="122872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76C2AF-67F1-8CEE-0DE9-E16C129A07B0}"/>
              </a:ext>
            </a:extLst>
          </p:cNvPr>
          <p:cNvSpPr/>
          <p:nvPr/>
        </p:nvSpPr>
        <p:spPr>
          <a:xfrm>
            <a:off x="1066800" y="261937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Weather?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9BD123D-5615-0C07-E61B-44750C277C90}"/>
              </a:ext>
            </a:extLst>
          </p:cNvPr>
          <p:cNvSpPr/>
          <p:nvPr/>
        </p:nvSpPr>
        <p:spPr>
          <a:xfrm>
            <a:off x="1228725" y="274082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8549F97-9EBA-8DDE-92C7-BC391A2C01E0}"/>
              </a:ext>
            </a:extLst>
          </p:cNvPr>
          <p:cNvSpPr/>
          <p:nvPr/>
        </p:nvSpPr>
        <p:spPr>
          <a:xfrm>
            <a:off x="1066800" y="34409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Population?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D82FCCE-36FF-F920-4A8B-0B13590E1398}"/>
              </a:ext>
            </a:extLst>
          </p:cNvPr>
          <p:cNvSpPr/>
          <p:nvPr/>
        </p:nvSpPr>
        <p:spPr>
          <a:xfrm>
            <a:off x="1228725" y="35623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37511A5-4BB0-3EB8-B127-AAB997BF85EC}"/>
              </a:ext>
            </a:extLst>
          </p:cNvPr>
          <p:cNvSpPr/>
          <p:nvPr/>
        </p:nvSpPr>
        <p:spPr>
          <a:xfrm>
            <a:off x="1066800" y="4284659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Income?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FD7E75F-E649-2427-D18A-2E1E5ECBD6F7}"/>
              </a:ext>
            </a:extLst>
          </p:cNvPr>
          <p:cNvSpPr/>
          <p:nvPr/>
        </p:nvSpPr>
        <p:spPr>
          <a:xfrm>
            <a:off x="1228725" y="4406102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2030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4E778-C835-9573-8E91-3E64DF20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E8B8D3-D730-ECBA-E9F3-370114CC27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32C9F-5641-6D9C-40D9-162C9B99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3F6FE8-986F-AB28-3CAC-D133258F4C20}"/>
              </a:ext>
            </a:extLst>
          </p:cNvPr>
          <p:cNvSpPr/>
          <p:nvPr/>
        </p:nvSpPr>
        <p:spPr>
          <a:xfrm>
            <a:off x="1066800" y="18280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Area?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04A6D4-C449-F65F-02AE-5347F9169520}"/>
              </a:ext>
            </a:extLst>
          </p:cNvPr>
          <p:cNvSpPr/>
          <p:nvPr/>
        </p:nvSpPr>
        <p:spPr>
          <a:xfrm>
            <a:off x="122872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26BAD0C-32E0-3F51-537C-22544F1DE911}"/>
              </a:ext>
            </a:extLst>
          </p:cNvPr>
          <p:cNvSpPr/>
          <p:nvPr/>
        </p:nvSpPr>
        <p:spPr>
          <a:xfrm>
            <a:off x="1066800" y="261937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Weather?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C8BEC59-D1B0-A290-5D37-BDBD02AE6A55}"/>
              </a:ext>
            </a:extLst>
          </p:cNvPr>
          <p:cNvSpPr/>
          <p:nvPr/>
        </p:nvSpPr>
        <p:spPr>
          <a:xfrm>
            <a:off x="1228725" y="274082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CB35906-8845-37B3-909F-825B497721DC}"/>
              </a:ext>
            </a:extLst>
          </p:cNvPr>
          <p:cNvSpPr/>
          <p:nvPr/>
        </p:nvSpPr>
        <p:spPr>
          <a:xfrm>
            <a:off x="1066800" y="34409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Population?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75521D6-BAA6-9842-AA4E-6E47E6366DE3}"/>
              </a:ext>
            </a:extLst>
          </p:cNvPr>
          <p:cNvSpPr/>
          <p:nvPr/>
        </p:nvSpPr>
        <p:spPr>
          <a:xfrm>
            <a:off x="1228725" y="35623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CADE52A-7143-8B8D-C9E7-C880648AF65B}"/>
              </a:ext>
            </a:extLst>
          </p:cNvPr>
          <p:cNvSpPr/>
          <p:nvPr/>
        </p:nvSpPr>
        <p:spPr>
          <a:xfrm>
            <a:off x="1066800" y="4284659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Income?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783B263-4044-B6F0-2E1D-75167AD16DEE}"/>
              </a:ext>
            </a:extLst>
          </p:cNvPr>
          <p:cNvSpPr/>
          <p:nvPr/>
        </p:nvSpPr>
        <p:spPr>
          <a:xfrm>
            <a:off x="1228725" y="4406102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28905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C8C7-7D1E-8F8D-4A49-A3FC7063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6AC994-DE60-A019-B143-3D7C65296C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C3180-5C7B-DD2B-6ABC-53EAA034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60D0CC-0386-C802-6111-10F083464516}"/>
              </a:ext>
            </a:extLst>
          </p:cNvPr>
          <p:cNvSpPr/>
          <p:nvPr/>
        </p:nvSpPr>
        <p:spPr>
          <a:xfrm>
            <a:off x="1066800" y="18280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Area?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918B78-9DC6-1913-F752-5ED72E16FAC5}"/>
              </a:ext>
            </a:extLst>
          </p:cNvPr>
          <p:cNvSpPr/>
          <p:nvPr/>
        </p:nvSpPr>
        <p:spPr>
          <a:xfrm>
            <a:off x="122872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0BDBFCB-4FDC-4487-DE11-FB4954FCF421}"/>
              </a:ext>
            </a:extLst>
          </p:cNvPr>
          <p:cNvSpPr/>
          <p:nvPr/>
        </p:nvSpPr>
        <p:spPr>
          <a:xfrm>
            <a:off x="1066800" y="2619377"/>
            <a:ext cx="9801225" cy="1486694"/>
          </a:xfrm>
          <a:prstGeom prst="roundRect">
            <a:avLst>
              <a:gd name="adj" fmla="val 769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Weather?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B14BA0F-4F1C-0A9B-1692-21620E69C448}"/>
              </a:ext>
            </a:extLst>
          </p:cNvPr>
          <p:cNvSpPr/>
          <p:nvPr/>
        </p:nvSpPr>
        <p:spPr>
          <a:xfrm>
            <a:off x="1228725" y="274082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F8A6798-00C2-A94E-F977-F5557C81B7B7}"/>
              </a:ext>
            </a:extLst>
          </p:cNvPr>
          <p:cNvSpPr/>
          <p:nvPr/>
        </p:nvSpPr>
        <p:spPr>
          <a:xfrm>
            <a:off x="1228725" y="35623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200E578-EC7B-F99B-EB2F-9CC9A6A395E6}"/>
              </a:ext>
            </a:extLst>
          </p:cNvPr>
          <p:cNvSpPr/>
          <p:nvPr/>
        </p:nvSpPr>
        <p:spPr>
          <a:xfrm>
            <a:off x="1066800" y="4284659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Population?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92C2A1B-5F1B-EC63-C1E0-AC3006133156}"/>
              </a:ext>
            </a:extLst>
          </p:cNvPr>
          <p:cNvSpPr/>
          <p:nvPr/>
        </p:nvSpPr>
        <p:spPr>
          <a:xfrm>
            <a:off x="1228725" y="4406102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2F60EB0-E450-213E-9241-3D7EF7EA8C58}"/>
              </a:ext>
            </a:extLst>
          </p:cNvPr>
          <p:cNvSpPr/>
          <p:nvPr/>
        </p:nvSpPr>
        <p:spPr>
          <a:xfrm>
            <a:off x="1066800" y="5110556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Income?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E5BB27A-58BF-2711-D70F-517A18E75DED}"/>
              </a:ext>
            </a:extLst>
          </p:cNvPr>
          <p:cNvSpPr/>
          <p:nvPr/>
        </p:nvSpPr>
        <p:spPr>
          <a:xfrm>
            <a:off x="1228725" y="5231999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73717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D5B0D-C55E-672B-6B87-39FBFC48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3F2A72-B18A-8DAA-D33C-A49F8545E1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182F4-5354-38DD-127A-F60E6BC8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impacts demand?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5458F1-D717-757D-AD3A-03C0B0A39239}"/>
              </a:ext>
            </a:extLst>
          </p:cNvPr>
          <p:cNvSpPr/>
          <p:nvPr/>
        </p:nvSpPr>
        <p:spPr>
          <a:xfrm>
            <a:off x="1066800" y="18280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demand and generation vary by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area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499A9A-75DE-66B0-4F50-3DA876728114}"/>
              </a:ext>
            </a:extLst>
          </p:cNvPr>
          <p:cNvSpPr/>
          <p:nvPr/>
        </p:nvSpPr>
        <p:spPr>
          <a:xfrm>
            <a:off x="122872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696FCDB-8B60-A906-AD25-EB4CA65AD28E}"/>
              </a:ext>
            </a:extLst>
          </p:cNvPr>
          <p:cNvSpPr/>
          <p:nvPr/>
        </p:nvSpPr>
        <p:spPr>
          <a:xfrm>
            <a:off x="1066800" y="261937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affect demand, generation, and renewables?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D8808B-9DE4-615B-AB0D-DE6CB1F01FDA}"/>
              </a:ext>
            </a:extLst>
          </p:cNvPr>
          <p:cNvSpPr/>
          <p:nvPr/>
        </p:nvSpPr>
        <p:spPr>
          <a:xfrm>
            <a:off x="1228725" y="274082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2F62F18-1CBB-AC59-E24B-C22654E3A9F2}"/>
              </a:ext>
            </a:extLst>
          </p:cNvPr>
          <p:cNvSpPr/>
          <p:nvPr/>
        </p:nvSpPr>
        <p:spPr>
          <a:xfrm>
            <a:off x="1066800" y="3440907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Can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help predict electricity use?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27091D7-7EE1-F756-FFFA-46F1E4A0E72D}"/>
              </a:ext>
            </a:extLst>
          </p:cNvPr>
          <p:cNvSpPr/>
          <p:nvPr/>
        </p:nvSpPr>
        <p:spPr>
          <a:xfrm>
            <a:off x="1228725" y="35623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C84B5D0-99CA-FD51-06FD-01B08AF325C3}"/>
              </a:ext>
            </a:extLst>
          </p:cNvPr>
          <p:cNvSpPr/>
          <p:nvPr/>
        </p:nvSpPr>
        <p:spPr>
          <a:xfrm>
            <a:off x="1066800" y="4284659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Does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population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affect electricity use?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2894498-1DE4-638F-B2A5-2D7F2103C3D6}"/>
              </a:ext>
            </a:extLst>
          </p:cNvPr>
          <p:cNvSpPr/>
          <p:nvPr/>
        </p:nvSpPr>
        <p:spPr>
          <a:xfrm>
            <a:off x="1228725" y="4406102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A3D3311-6943-26D0-3616-E4829AD6F4FB}"/>
              </a:ext>
            </a:extLst>
          </p:cNvPr>
          <p:cNvSpPr/>
          <p:nvPr/>
        </p:nvSpPr>
        <p:spPr>
          <a:xfrm>
            <a:off x="1066800" y="5110556"/>
            <a:ext cx="9801225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Do higher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income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areas use more electricity?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4976B11-918E-FCBC-D586-48E36525C039}"/>
              </a:ext>
            </a:extLst>
          </p:cNvPr>
          <p:cNvSpPr/>
          <p:nvPr/>
        </p:nvSpPr>
        <p:spPr>
          <a:xfrm>
            <a:off x="1228725" y="5231999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10825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D213-7E68-3394-4091-1675527B8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BC04C3-A042-98C0-BE55-D0EEFD7A97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8280D5-A724-0AE9-EA24-C5F1B9C0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Hourly grid and weather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135C2D-CB1C-E54A-77D7-F286DFAC8582}"/>
              </a:ext>
            </a:extLst>
          </p:cNvPr>
          <p:cNvSpPr/>
          <p:nvPr/>
        </p:nvSpPr>
        <p:spPr>
          <a:xfrm>
            <a:off x="790575" y="1917305"/>
            <a:ext cx="7258050" cy="108743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EIA Open Data API</a:t>
            </a: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Hourly demand and generation by fuel type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12444C-0017-E0BD-83C4-67B6284D4309}"/>
              </a:ext>
            </a:extLst>
          </p:cNvPr>
          <p:cNvSpPr/>
          <p:nvPr/>
        </p:nvSpPr>
        <p:spPr>
          <a:xfrm>
            <a:off x="790575" y="3231358"/>
            <a:ext cx="7258050" cy="108743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Open-</a:t>
            </a:r>
            <a:r>
              <a:rPr lang="en-US" sz="2400" dirty="0" err="1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Meteo</a:t>
            </a:r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API</a:t>
            </a: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Hourly weather for each location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567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9CC94-05A7-5597-6F80-4E2B960D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B45E0D-BA22-C546-6899-8CD7541F34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FFD28-FC64-1AD3-EDBE-6497C9C7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Hourly grid and weather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CE02FE-50A0-9422-A367-8E710C582D2F}"/>
              </a:ext>
            </a:extLst>
          </p:cNvPr>
          <p:cNvSpPr/>
          <p:nvPr/>
        </p:nvSpPr>
        <p:spPr>
          <a:xfrm>
            <a:off x="790575" y="1917305"/>
            <a:ext cx="7258050" cy="108743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EIA Open Data API</a:t>
            </a: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Hourly demand and generation by fuel type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546C49-4B8D-CDE1-9A8B-F45E5BDE3434}"/>
              </a:ext>
            </a:extLst>
          </p:cNvPr>
          <p:cNvSpPr/>
          <p:nvPr/>
        </p:nvSpPr>
        <p:spPr>
          <a:xfrm>
            <a:off x="790575" y="3231358"/>
            <a:ext cx="7258050" cy="108743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Open-</a:t>
            </a:r>
            <a:r>
              <a:rPr lang="en-US" sz="2400" dirty="0" err="1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Meteo</a:t>
            </a:r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API</a:t>
            </a: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Hourly weather for each location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70CCC6-2E3C-F45A-9E82-E069106CF79C}"/>
              </a:ext>
            </a:extLst>
          </p:cNvPr>
          <p:cNvSpPr/>
          <p:nvPr/>
        </p:nvSpPr>
        <p:spPr>
          <a:xfrm>
            <a:off x="790575" y="4556921"/>
            <a:ext cx="7258050" cy="108743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Static Datasets</a:t>
            </a: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Population, income, power plants, BA territories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647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4CB1-C997-ED01-1A2C-5A983ECFD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67E49C-C71E-0A9B-55E4-C62FC356E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D15A8-FC14-6317-C38F-4E5C1697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Hourly grid and weather 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477EB7-BB4A-91B3-6507-912207D4ADE7}"/>
              </a:ext>
            </a:extLst>
          </p:cNvPr>
          <p:cNvSpPr/>
          <p:nvPr/>
        </p:nvSpPr>
        <p:spPr>
          <a:xfrm>
            <a:off x="790575" y="1917305"/>
            <a:ext cx="7258050" cy="108743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EIA Open Data API</a:t>
            </a: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Hourly demand and generation by fuel type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90D5AD-AD3B-1326-365E-12B2FD3418FD}"/>
              </a:ext>
            </a:extLst>
          </p:cNvPr>
          <p:cNvSpPr/>
          <p:nvPr/>
        </p:nvSpPr>
        <p:spPr>
          <a:xfrm>
            <a:off x="790575" y="3231358"/>
            <a:ext cx="7258050" cy="108743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Open-</a:t>
            </a:r>
            <a:r>
              <a:rPr lang="en-US" sz="2400" dirty="0" err="1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Meteo</a:t>
            </a:r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API</a:t>
            </a: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Hourly weather for each location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49339C-FAA0-7ADC-D272-0398C0B9E7CD}"/>
              </a:ext>
            </a:extLst>
          </p:cNvPr>
          <p:cNvSpPr/>
          <p:nvPr/>
        </p:nvSpPr>
        <p:spPr>
          <a:xfrm>
            <a:off x="790575" y="4556921"/>
            <a:ext cx="7258050" cy="108743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Static Datasets</a:t>
            </a: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Population, income, power plants, BA territories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CF2A5B-445B-A1EF-09D6-84EA7C416B50}"/>
              </a:ext>
            </a:extLst>
          </p:cNvPr>
          <p:cNvSpPr/>
          <p:nvPr/>
        </p:nvSpPr>
        <p:spPr>
          <a:xfrm>
            <a:off x="8410574" y="1917305"/>
            <a:ext cx="3228975" cy="1738312"/>
          </a:xfrm>
          <a:prstGeom prst="roundRect">
            <a:avLst/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100Ks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rows from APIs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18BE8C-8205-AF9C-F9A7-B5BA7991CC18}"/>
              </a:ext>
            </a:extLst>
          </p:cNvPr>
          <p:cNvSpPr/>
          <p:nvPr/>
        </p:nvSpPr>
        <p:spPr>
          <a:xfrm>
            <a:off x="8410574" y="3890966"/>
            <a:ext cx="3228975" cy="1738312"/>
          </a:xfrm>
          <a:prstGeom prst="roundRect">
            <a:avLst/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10ks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rows per static dataset</a:t>
            </a:r>
          </a:p>
        </p:txBody>
      </p:sp>
    </p:spTree>
    <p:extLst>
      <p:ext uri="{BB962C8B-B14F-4D97-AF65-F5344CB8AC3E}">
        <p14:creationId xmlns:p14="http://schemas.microsoft.com/office/powerpoint/2010/main" val="2012171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9D18AA11-8330-4F8F-D92A-5C5DD60F23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D91CC1E3-7A58-702C-2E28-5270F30983F0}"/>
              </a:ext>
            </a:extLst>
          </p:cNvPr>
          <p:cNvSpPr/>
          <p:nvPr/>
        </p:nvSpPr>
        <p:spPr>
          <a:xfrm>
            <a:off x="2918296" y="3541076"/>
            <a:ext cx="593933" cy="162100"/>
          </a:xfrm>
          <a:prstGeom prst="rightArrow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158EED2B-DAAE-49CD-3DF7-4A779E028783}"/>
              </a:ext>
            </a:extLst>
          </p:cNvPr>
          <p:cNvSpPr/>
          <p:nvPr/>
        </p:nvSpPr>
        <p:spPr>
          <a:xfrm>
            <a:off x="5270593" y="3557879"/>
            <a:ext cx="235870" cy="16210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66448D0F-CCF2-B722-D0AF-427F9396AB00}"/>
              </a:ext>
            </a:extLst>
          </p:cNvPr>
          <p:cNvSpPr/>
          <p:nvPr/>
        </p:nvSpPr>
        <p:spPr>
          <a:xfrm>
            <a:off x="7361840" y="3557879"/>
            <a:ext cx="235870" cy="162100"/>
          </a:xfrm>
          <a:prstGeom prst="rightArrow">
            <a:avLst/>
          </a:prstGeom>
          <a:solidFill>
            <a:srgbClr val="FF7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E6C9B31B-7010-2F39-141A-7FA128972FDC}"/>
              </a:ext>
            </a:extLst>
          </p:cNvPr>
          <p:cNvSpPr/>
          <p:nvPr/>
        </p:nvSpPr>
        <p:spPr>
          <a:xfrm>
            <a:off x="9348279" y="3545051"/>
            <a:ext cx="546387" cy="162100"/>
          </a:xfrm>
          <a:prstGeom prst="rightArrow">
            <a:avLst/>
          </a:prstGeom>
          <a:solidFill>
            <a:srgbClr val="30D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23776-B431-DB04-A632-6A5C8A46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Automated pipeline, every hour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1FC6F9-E49C-4A7A-41F7-A5B7E406AEFD}"/>
              </a:ext>
            </a:extLst>
          </p:cNvPr>
          <p:cNvSpPr/>
          <p:nvPr/>
        </p:nvSpPr>
        <p:spPr>
          <a:xfrm>
            <a:off x="456402" y="4441510"/>
            <a:ext cx="2355684" cy="832068"/>
          </a:xfrm>
          <a:prstGeom prst="round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Static Data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(only on first run)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37CA4BB-B40F-87B8-67D5-D788184A4A17}"/>
              </a:ext>
            </a:extLst>
          </p:cNvPr>
          <p:cNvSpPr/>
          <p:nvPr/>
        </p:nvSpPr>
        <p:spPr>
          <a:xfrm>
            <a:off x="473028" y="3483680"/>
            <a:ext cx="2322432" cy="832068"/>
          </a:xfrm>
          <a:prstGeom prst="round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Weather API</a:t>
            </a:r>
            <a:endParaRPr lang="en-US" sz="1600" i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90A6C8D-CF10-C956-49BF-AE634E38718E}"/>
              </a:ext>
            </a:extLst>
          </p:cNvPr>
          <p:cNvSpPr/>
          <p:nvPr/>
        </p:nvSpPr>
        <p:spPr>
          <a:xfrm>
            <a:off x="473028" y="2542252"/>
            <a:ext cx="2322432" cy="832068"/>
          </a:xfrm>
          <a:prstGeom prst="roundRect">
            <a:avLst/>
          </a:prstGeom>
          <a:solidFill>
            <a:schemeClr val="bg1"/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EIA API</a:t>
            </a:r>
            <a:endParaRPr lang="en-US" sz="1600" i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BBB3B95-6FD9-587E-B563-347F9753BE8D}"/>
              </a:ext>
            </a:extLst>
          </p:cNvPr>
          <p:cNvSpPr/>
          <p:nvPr/>
        </p:nvSpPr>
        <p:spPr>
          <a:xfrm>
            <a:off x="350192" y="2055813"/>
            <a:ext cx="2568104" cy="3342880"/>
          </a:xfrm>
          <a:prstGeom prst="roundRect">
            <a:avLst>
              <a:gd name="adj" fmla="val 6061"/>
            </a:avLst>
          </a:prstGeom>
          <a:noFill/>
          <a:ln w="28575">
            <a:solidFill>
              <a:srgbClr val="379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4B5A6E-4D5A-4AF5-8CC6-EC99422000A7}"/>
              </a:ext>
            </a:extLst>
          </p:cNvPr>
          <p:cNvSpPr txBox="1"/>
          <p:nvPr/>
        </p:nvSpPr>
        <p:spPr>
          <a:xfrm>
            <a:off x="1098680" y="2036046"/>
            <a:ext cx="107112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Sources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34CAA08-4202-ECA3-BA17-F5752A39CD85}"/>
              </a:ext>
            </a:extLst>
          </p:cNvPr>
          <p:cNvCxnSpPr/>
          <p:nvPr/>
        </p:nvCxnSpPr>
        <p:spPr>
          <a:xfrm flipV="1">
            <a:off x="3516128" y="2616808"/>
            <a:ext cx="0" cy="331750"/>
          </a:xfrm>
          <a:prstGeom prst="line">
            <a:avLst/>
          </a:prstGeom>
          <a:ln w="2857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8AEC47E-AB7A-6704-26B3-51AD597A8E78}"/>
              </a:ext>
            </a:extLst>
          </p:cNvPr>
          <p:cNvCxnSpPr>
            <a:cxnSpLocks/>
          </p:cNvCxnSpPr>
          <p:nvPr/>
        </p:nvCxnSpPr>
        <p:spPr>
          <a:xfrm>
            <a:off x="3516128" y="2626536"/>
            <a:ext cx="5832151" cy="0"/>
          </a:xfrm>
          <a:prstGeom prst="line">
            <a:avLst/>
          </a:prstGeom>
          <a:ln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1B4B0D1-AD2C-67D3-3F88-163A1EF7346E}"/>
              </a:ext>
            </a:extLst>
          </p:cNvPr>
          <p:cNvCxnSpPr/>
          <p:nvPr/>
        </p:nvCxnSpPr>
        <p:spPr>
          <a:xfrm flipV="1">
            <a:off x="9348279" y="2626536"/>
            <a:ext cx="0" cy="331750"/>
          </a:xfrm>
          <a:prstGeom prst="line">
            <a:avLst/>
          </a:prstGeom>
          <a:ln w="28575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3822F67-1CC6-BB0D-D84C-DC307B96FA54}"/>
              </a:ext>
            </a:extLst>
          </p:cNvPr>
          <p:cNvCxnSpPr/>
          <p:nvPr/>
        </p:nvCxnSpPr>
        <p:spPr>
          <a:xfrm>
            <a:off x="350192" y="2423902"/>
            <a:ext cx="2568104" cy="0"/>
          </a:xfrm>
          <a:prstGeom prst="line">
            <a:avLst/>
          </a:prstGeom>
          <a:ln w="28575">
            <a:solidFill>
              <a:srgbClr val="379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0049E9D-79F8-FB05-B9CB-8721AE5FDBE8}"/>
              </a:ext>
            </a:extLst>
          </p:cNvPr>
          <p:cNvGrpSpPr/>
          <p:nvPr/>
        </p:nvGrpSpPr>
        <p:grpSpPr>
          <a:xfrm>
            <a:off x="3516128" y="3057655"/>
            <a:ext cx="1750979" cy="1141776"/>
            <a:chOff x="3297683" y="4743992"/>
            <a:chExt cx="1750979" cy="1141776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1B47DFC9-D5FF-94DE-C2A2-5578C6245F3F}"/>
                </a:ext>
              </a:extLst>
            </p:cNvPr>
            <p:cNvSpPr/>
            <p:nvPr/>
          </p:nvSpPr>
          <p:spPr>
            <a:xfrm>
              <a:off x="3297683" y="4743992"/>
              <a:ext cx="1750979" cy="1141776"/>
            </a:xfrm>
            <a:prstGeom prst="roundRect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Extract</a:t>
              </a:r>
            </a:p>
            <a:p>
              <a:pPr algn="ctr"/>
              <a:endParaRPr lang="en-US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endParaRPr lang="en-US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7CB2E42-AE4E-6FAB-AF51-212D86A74DBC}"/>
                </a:ext>
              </a:extLst>
            </p:cNvPr>
            <p:cNvSpPr txBox="1"/>
            <p:nvPr/>
          </p:nvSpPr>
          <p:spPr>
            <a:xfrm>
              <a:off x="3297683" y="5417990"/>
              <a:ext cx="1750979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Airflow task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0F57ABC-D2C2-F4D0-D0DF-0441EC940F76}"/>
                </a:ext>
              </a:extLst>
            </p:cNvPr>
            <p:cNvCxnSpPr>
              <a:cxnSpLocks/>
            </p:cNvCxnSpPr>
            <p:nvPr/>
          </p:nvCxnSpPr>
          <p:spPr>
            <a:xfrm>
              <a:off x="3297683" y="5305152"/>
              <a:ext cx="1750979" cy="0"/>
            </a:xfrm>
            <a:prstGeom prst="lin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FADDA22-C6F6-8B25-81B7-155BA0658220}"/>
              </a:ext>
            </a:extLst>
          </p:cNvPr>
          <p:cNvGrpSpPr/>
          <p:nvPr/>
        </p:nvGrpSpPr>
        <p:grpSpPr>
          <a:xfrm>
            <a:off x="5506462" y="3057655"/>
            <a:ext cx="1851483" cy="1141776"/>
            <a:chOff x="3297683" y="4743992"/>
            <a:chExt cx="1851483" cy="1141776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5C6EAB8-CC3C-B341-B0C9-28ED8A012F2E}"/>
                </a:ext>
              </a:extLst>
            </p:cNvPr>
            <p:cNvSpPr/>
            <p:nvPr/>
          </p:nvSpPr>
          <p:spPr>
            <a:xfrm>
              <a:off x="3297683" y="4743992"/>
              <a:ext cx="1851483" cy="1141776"/>
            </a:xfrm>
            <a:prstGeom prst="roundRect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Transform</a:t>
              </a:r>
            </a:p>
            <a:p>
              <a:pPr algn="ctr"/>
              <a:endParaRPr lang="en-US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endParaRPr lang="en-US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D0E3F04-4005-E2CE-A0FA-72DC1A93AFBE}"/>
                </a:ext>
              </a:extLst>
            </p:cNvPr>
            <p:cNvSpPr txBox="1"/>
            <p:nvPr/>
          </p:nvSpPr>
          <p:spPr>
            <a:xfrm>
              <a:off x="3347934" y="5446435"/>
              <a:ext cx="1750979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Clean, join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BA22007-E09A-7F76-594D-EDA4DD62CCDE}"/>
                </a:ext>
              </a:extLst>
            </p:cNvPr>
            <p:cNvCxnSpPr>
              <a:cxnSpLocks/>
              <a:endCxn id="60" idx="3"/>
            </p:cNvCxnSpPr>
            <p:nvPr/>
          </p:nvCxnSpPr>
          <p:spPr>
            <a:xfrm>
              <a:off x="3297683" y="5305152"/>
              <a:ext cx="1851483" cy="9728"/>
            </a:xfrm>
            <a:prstGeom prst="lin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5AE9B7A-E9DF-9A03-2DD5-2E12A1C71AFA}"/>
              </a:ext>
            </a:extLst>
          </p:cNvPr>
          <p:cNvGrpSpPr/>
          <p:nvPr/>
        </p:nvGrpSpPr>
        <p:grpSpPr>
          <a:xfrm>
            <a:off x="7597300" y="3046661"/>
            <a:ext cx="1750979" cy="1141776"/>
            <a:chOff x="3297683" y="4743992"/>
            <a:chExt cx="1750979" cy="1141776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2B515C4-3FB1-4DE4-2D00-4682110233B4}"/>
                </a:ext>
              </a:extLst>
            </p:cNvPr>
            <p:cNvSpPr/>
            <p:nvPr/>
          </p:nvSpPr>
          <p:spPr>
            <a:xfrm>
              <a:off x="3297683" y="4743992"/>
              <a:ext cx="1750979" cy="1141776"/>
            </a:xfrm>
            <a:prstGeom prst="roundRect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Load</a:t>
              </a:r>
            </a:p>
            <a:p>
              <a:pPr algn="ctr"/>
              <a:endParaRPr lang="en-US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endParaRPr lang="en-US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415A58E-CE0C-4D5D-AE52-45DF3AE34E7E}"/>
                </a:ext>
              </a:extLst>
            </p:cNvPr>
            <p:cNvSpPr txBox="1"/>
            <p:nvPr/>
          </p:nvSpPr>
          <p:spPr>
            <a:xfrm>
              <a:off x="3297683" y="5417990"/>
              <a:ext cx="1750979" cy="307777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PostgreSQL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770CED9-D4E8-EC41-BC83-A13262C7BC2F}"/>
                </a:ext>
              </a:extLst>
            </p:cNvPr>
            <p:cNvCxnSpPr>
              <a:cxnSpLocks/>
            </p:cNvCxnSpPr>
            <p:nvPr/>
          </p:nvCxnSpPr>
          <p:spPr>
            <a:xfrm>
              <a:off x="3297683" y="5305152"/>
              <a:ext cx="1750979" cy="0"/>
            </a:xfrm>
            <a:prstGeom prst="lin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2A65E48-7ED7-C8F7-F796-A909386B883F}"/>
              </a:ext>
            </a:extLst>
          </p:cNvPr>
          <p:cNvGrpSpPr/>
          <p:nvPr/>
        </p:nvGrpSpPr>
        <p:grpSpPr>
          <a:xfrm>
            <a:off x="9894667" y="3084620"/>
            <a:ext cx="1750979" cy="1141776"/>
            <a:chOff x="3297683" y="4743992"/>
            <a:chExt cx="1750979" cy="1141776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A8E5DC53-221B-6CA4-532A-41C9BC77F839}"/>
                </a:ext>
              </a:extLst>
            </p:cNvPr>
            <p:cNvSpPr/>
            <p:nvPr/>
          </p:nvSpPr>
          <p:spPr>
            <a:xfrm>
              <a:off x="3297683" y="4743992"/>
              <a:ext cx="1750979" cy="1141776"/>
            </a:xfrm>
            <a:prstGeom prst="roundRect">
              <a:avLst/>
            </a:prstGeom>
            <a:grp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</a:t>
              </a:r>
            </a:p>
            <a:p>
              <a:pPr algn="ctr"/>
              <a:endParaRPr lang="en-US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ctr"/>
              <a:endParaRPr lang="en-US" sz="2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EA1133D-2566-72F1-4031-4460ABF402EF}"/>
                </a:ext>
              </a:extLst>
            </p:cNvPr>
            <p:cNvSpPr txBox="1"/>
            <p:nvPr/>
          </p:nvSpPr>
          <p:spPr>
            <a:xfrm>
              <a:off x="3297683" y="5405197"/>
              <a:ext cx="17509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Query stored data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C82377-3AED-E30B-4E83-7EF0661226FD}"/>
                </a:ext>
              </a:extLst>
            </p:cNvPr>
            <p:cNvCxnSpPr>
              <a:cxnSpLocks/>
            </p:cNvCxnSpPr>
            <p:nvPr/>
          </p:nvCxnSpPr>
          <p:spPr>
            <a:xfrm>
              <a:off x="3297683" y="5305152"/>
              <a:ext cx="1750979" cy="0"/>
            </a:xfrm>
            <a:prstGeom prst="line">
              <a:avLst/>
            </a:prstGeom>
            <a:grpFill/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E16172B7-3C8D-B1BB-1C62-9721086F3E95}"/>
              </a:ext>
            </a:extLst>
          </p:cNvPr>
          <p:cNvSpPr txBox="1"/>
          <p:nvPr/>
        </p:nvSpPr>
        <p:spPr>
          <a:xfrm>
            <a:off x="5232217" y="2239236"/>
            <a:ext cx="234852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Airflow Orchestration</a:t>
            </a:r>
          </a:p>
        </p:txBody>
      </p:sp>
    </p:spTree>
    <p:extLst>
      <p:ext uri="{BB962C8B-B14F-4D97-AF65-F5344CB8AC3E}">
        <p14:creationId xmlns:p14="http://schemas.microsoft.com/office/powerpoint/2010/main" val="250493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20B53-B30F-493E-DB7C-256FDFB16F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rgbClr val="2525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75B9E-711F-307E-D8D5-A5A69923A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71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Lights off, dark mode</a:t>
            </a:r>
            <a:b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(App demo)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8D6B-69E1-CD4F-BAC7-F73B3FACD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6257925"/>
            <a:ext cx="1219200" cy="361950"/>
          </a:xfrm>
          <a:prstGeom prst="roundRect">
            <a:avLst/>
          </a:prstGeom>
          <a:solidFill>
            <a:srgbClr val="25252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hlinkClick r:id="rId2" action="ppaction://hlinksldjump"/>
              </a:rPr>
              <a:t>Backup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9141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1363-417D-11E5-B1DD-3EF2B5FFC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6DCF49-4E32-E0F9-C00E-0E2925C14C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CBD22-35A6-201A-1D99-B44FAF9F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</p:spTree>
    <p:extLst>
      <p:ext uri="{BB962C8B-B14F-4D97-AF65-F5344CB8AC3E}">
        <p14:creationId xmlns:p14="http://schemas.microsoft.com/office/powerpoint/2010/main" val="1322026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20BB3-B40E-4780-227E-78773646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CE7EBB-2B29-A7E2-FBE2-CE1CFDC01C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B7C602-7499-C752-4539-B1CCD8F3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7B796B-FE8F-6FF4-5E33-ABCA29DE0F6C}"/>
              </a:ext>
            </a:extLst>
          </p:cNvPr>
          <p:cNvSpPr/>
          <p:nvPr/>
        </p:nvSpPr>
        <p:spPr>
          <a:xfrm>
            <a:off x="476656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demand and generation vary by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area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0ACDFA-5614-4931-9FA7-A45FDA01EFEA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3B642F2-4FAC-B315-7845-BD723C86A169}"/>
              </a:ext>
            </a:extLst>
          </p:cNvPr>
          <p:cNvSpPr/>
          <p:nvPr/>
        </p:nvSpPr>
        <p:spPr>
          <a:xfrm>
            <a:off x="8677074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CB16320-2BE4-0A7D-5203-A2F907CF6DA5}"/>
              </a:ext>
            </a:extLst>
          </p:cNvPr>
          <p:cNvSpPr/>
          <p:nvPr/>
        </p:nvSpPr>
        <p:spPr>
          <a:xfrm>
            <a:off x="8838999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A9BD968-F5FC-5FDC-7D6C-B490BE45D27D}"/>
              </a:ext>
            </a:extLst>
          </p:cNvPr>
          <p:cNvSpPr/>
          <p:nvPr/>
        </p:nvSpPr>
        <p:spPr>
          <a:xfrm>
            <a:off x="9448801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6CB8F2D-71F9-880B-C411-114CF7E87E29}"/>
              </a:ext>
            </a:extLst>
          </p:cNvPr>
          <p:cNvSpPr/>
          <p:nvPr/>
        </p:nvSpPr>
        <p:spPr>
          <a:xfrm>
            <a:off x="9610726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4922F5D-461D-B8DB-4ED8-11805C9E4458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9639E22-2D63-5363-CDC3-281EDF781F7C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F69416D-E39A-CE51-9950-801DDE40400A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E4856AD-8523-B02E-33D1-0463222BE913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07029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E004F-A49C-1976-6C67-1E97B230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A2CD1D-7A51-7503-C944-CD38164755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4129B-D296-E94E-2BB1-BD4850EE5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4EFD44-3B25-CAE1-04A0-DEEBB5816CE5}"/>
              </a:ext>
            </a:extLst>
          </p:cNvPr>
          <p:cNvSpPr/>
          <p:nvPr/>
        </p:nvSpPr>
        <p:spPr>
          <a:xfrm>
            <a:off x="476656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demand and generation vary by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area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8B11C5-A467-4F50-7D5C-7255DA1E7FAC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A78D327-0AB5-5A12-2129-005277CC9BB9}"/>
              </a:ext>
            </a:extLst>
          </p:cNvPr>
          <p:cNvSpPr/>
          <p:nvPr/>
        </p:nvSpPr>
        <p:spPr>
          <a:xfrm>
            <a:off x="8677074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0169B72-8650-006A-EA5B-2273D560A204}"/>
              </a:ext>
            </a:extLst>
          </p:cNvPr>
          <p:cNvSpPr/>
          <p:nvPr/>
        </p:nvSpPr>
        <p:spPr>
          <a:xfrm>
            <a:off x="8838999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6AFA03E-C267-9951-ACE9-530E544AA20E}"/>
              </a:ext>
            </a:extLst>
          </p:cNvPr>
          <p:cNvSpPr/>
          <p:nvPr/>
        </p:nvSpPr>
        <p:spPr>
          <a:xfrm>
            <a:off x="9448801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F1BF52C-0BD6-062D-5B15-33C8BBFB50B0}"/>
              </a:ext>
            </a:extLst>
          </p:cNvPr>
          <p:cNvSpPr/>
          <p:nvPr/>
        </p:nvSpPr>
        <p:spPr>
          <a:xfrm>
            <a:off x="9610726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C5EDE23-EA39-D8AC-EAF5-07935128A058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217E555-CAC2-5E08-1FA6-A7F3B683C4B2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2460E5F-4679-D22B-DF89-82571A409E87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624344D-E993-A143-0E57-20BA9FE16CF8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02D612-B352-B5C6-7897-55769CC7F667}"/>
              </a:ext>
            </a:extLst>
          </p:cNvPr>
          <p:cNvSpPr/>
          <p:nvPr/>
        </p:nvSpPr>
        <p:spPr>
          <a:xfrm>
            <a:off x="1395210" y="284331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Demand/generation </a:t>
            </a:r>
            <a:r>
              <a:rPr lang="en-US" sz="20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scale with BA size</a:t>
            </a:r>
          </a:p>
        </p:txBody>
      </p:sp>
    </p:spTree>
    <p:extLst>
      <p:ext uri="{BB962C8B-B14F-4D97-AF65-F5344CB8AC3E}">
        <p14:creationId xmlns:p14="http://schemas.microsoft.com/office/powerpoint/2010/main" val="3707847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2DC8-178F-513A-D996-E57B47D8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CAEDA9-CB1F-FC72-9735-AA1B04C7F5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DC7C6-937E-7295-DAA5-5255A4F6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BD1BCD-A944-7A7D-8F71-F52BB479334D}"/>
              </a:ext>
            </a:extLst>
          </p:cNvPr>
          <p:cNvSpPr/>
          <p:nvPr/>
        </p:nvSpPr>
        <p:spPr>
          <a:xfrm>
            <a:off x="476656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demand and generation vary by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area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975AD4-3E2D-3162-2BD7-DCD8F7B92E9D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4E98BB9-AC2F-CB68-9516-44C582DF393D}"/>
              </a:ext>
            </a:extLst>
          </p:cNvPr>
          <p:cNvSpPr/>
          <p:nvPr/>
        </p:nvSpPr>
        <p:spPr>
          <a:xfrm>
            <a:off x="8677074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0A60FB-0BAF-28F4-8CD8-FCA3E660EF25}"/>
              </a:ext>
            </a:extLst>
          </p:cNvPr>
          <p:cNvSpPr/>
          <p:nvPr/>
        </p:nvSpPr>
        <p:spPr>
          <a:xfrm>
            <a:off x="8838999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A741161-ABA9-913A-C3ED-E46394D2C5F9}"/>
              </a:ext>
            </a:extLst>
          </p:cNvPr>
          <p:cNvSpPr/>
          <p:nvPr/>
        </p:nvSpPr>
        <p:spPr>
          <a:xfrm>
            <a:off x="9448801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D1F0DBA-9666-851D-00E5-0CEDD900AC78}"/>
              </a:ext>
            </a:extLst>
          </p:cNvPr>
          <p:cNvSpPr/>
          <p:nvPr/>
        </p:nvSpPr>
        <p:spPr>
          <a:xfrm>
            <a:off x="9610726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7E088F1-133E-9DA7-A3FE-17D8C712964E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9AA00A0-97D6-EF2A-4FCC-7748202E631A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E6CFE9D-3C38-158C-200E-1546FF06FE8C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BBA2A04-673D-5999-E43B-4955B521B41A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63C64A-96A8-33ED-24C8-F007BF797A71}"/>
              </a:ext>
            </a:extLst>
          </p:cNvPr>
          <p:cNvSpPr/>
          <p:nvPr/>
        </p:nvSpPr>
        <p:spPr>
          <a:xfrm>
            <a:off x="1395210" y="284331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Demand/generation </a:t>
            </a:r>
            <a:r>
              <a:rPr lang="en-US" sz="20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scale with BA size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5CAD0F-193E-5FE2-B70E-CB7B6878FD34}"/>
              </a:ext>
            </a:extLst>
          </p:cNvPr>
          <p:cNvSpPr/>
          <p:nvPr/>
        </p:nvSpPr>
        <p:spPr>
          <a:xfrm>
            <a:off x="1395210" y="3960722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 </a:t>
            </a:r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consistent across the U.S.</a:t>
            </a:r>
            <a:r>
              <a:rPr lang="en-US" sz="2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when normalized </a:t>
            </a:r>
          </a:p>
        </p:txBody>
      </p:sp>
    </p:spTree>
    <p:extLst>
      <p:ext uri="{BB962C8B-B14F-4D97-AF65-F5344CB8AC3E}">
        <p14:creationId xmlns:p14="http://schemas.microsoft.com/office/powerpoint/2010/main" val="995460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8A2F-7C5A-DC4B-D282-0282E6BEF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2E490F-75D0-30F1-1303-DD0C52A3E4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9320E-CDAC-5AB7-83A7-74F4C795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4DC005-1DE7-B0FB-606E-0940A7EB4531}"/>
              </a:ext>
            </a:extLst>
          </p:cNvPr>
          <p:cNvSpPr/>
          <p:nvPr/>
        </p:nvSpPr>
        <p:spPr>
          <a:xfrm>
            <a:off x="476656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demand and generation vary by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area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C421F2-DBF5-D57D-2BD0-AAC08BE99F5A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FA0814-214F-A44E-33ED-7778120BAAD5}"/>
              </a:ext>
            </a:extLst>
          </p:cNvPr>
          <p:cNvSpPr/>
          <p:nvPr/>
        </p:nvSpPr>
        <p:spPr>
          <a:xfrm>
            <a:off x="8677074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B5579C5-6E0F-A554-4134-F82975BB0A82}"/>
              </a:ext>
            </a:extLst>
          </p:cNvPr>
          <p:cNvSpPr/>
          <p:nvPr/>
        </p:nvSpPr>
        <p:spPr>
          <a:xfrm>
            <a:off x="8838999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6ADA8D7-8170-0623-40B1-D54102392E36}"/>
              </a:ext>
            </a:extLst>
          </p:cNvPr>
          <p:cNvSpPr/>
          <p:nvPr/>
        </p:nvSpPr>
        <p:spPr>
          <a:xfrm>
            <a:off x="9448801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E1A4FF8-DC75-8BD3-A9DF-A95892B5CC0B}"/>
              </a:ext>
            </a:extLst>
          </p:cNvPr>
          <p:cNvSpPr/>
          <p:nvPr/>
        </p:nvSpPr>
        <p:spPr>
          <a:xfrm>
            <a:off x="9610726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46F345A-E67A-0E49-568F-08F5D329A5C1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989D1B8-4F44-D3F3-DDA6-3242901C892C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4CCE23C-B145-69A9-A28B-A55F2D913DED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29CD10-A2C2-45DB-BA00-3525E62E76A6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5032D8-102E-4D31-D01F-A5B2A6EF2CF7}"/>
              </a:ext>
            </a:extLst>
          </p:cNvPr>
          <p:cNvSpPr/>
          <p:nvPr/>
        </p:nvSpPr>
        <p:spPr>
          <a:xfrm>
            <a:off x="1395210" y="284331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Demand/generation </a:t>
            </a:r>
            <a:r>
              <a:rPr lang="en-US" sz="20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scale with BA size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F55B03-98E4-942F-7E44-7125E7D298B1}"/>
              </a:ext>
            </a:extLst>
          </p:cNvPr>
          <p:cNvSpPr/>
          <p:nvPr/>
        </p:nvSpPr>
        <p:spPr>
          <a:xfrm>
            <a:off x="1395210" y="3960722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 </a:t>
            </a:r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consistent across the U.S.</a:t>
            </a:r>
            <a:r>
              <a:rPr lang="en-US" sz="2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when normalized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7AA588-8200-80F7-E23C-3B7F29B1C8A3}"/>
              </a:ext>
            </a:extLst>
          </p:cNvPr>
          <p:cNvSpPr/>
          <p:nvPr/>
        </p:nvSpPr>
        <p:spPr>
          <a:xfrm>
            <a:off x="1395210" y="507812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Most BAs </a:t>
            </a:r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demand more than they generate</a:t>
            </a:r>
          </a:p>
        </p:txBody>
      </p:sp>
    </p:spTree>
    <p:extLst>
      <p:ext uri="{BB962C8B-B14F-4D97-AF65-F5344CB8AC3E}">
        <p14:creationId xmlns:p14="http://schemas.microsoft.com/office/powerpoint/2010/main" val="4059069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00B3-7F47-A8AD-204D-8C1D7372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767142-EE53-BE15-1EF3-02F2C08D9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4BF23-5F41-58F1-30CF-26F7E68A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3C2A22-7737-7C52-50B8-B8B46C81554E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A6C144-F420-DC2E-64BA-69E03F774CCB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32F81A0-17BC-B135-F361-E3080A1C5FCC}"/>
              </a:ext>
            </a:extLst>
          </p:cNvPr>
          <p:cNvSpPr/>
          <p:nvPr/>
        </p:nvSpPr>
        <p:spPr>
          <a:xfrm>
            <a:off x="1248383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affect demand, generation, and renewables?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9D0BE9-1F5E-64EE-0C64-46D2975A5CB6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FD87F6-AE4A-E93E-E80E-A77BBC78DBDF}"/>
              </a:ext>
            </a:extLst>
          </p:cNvPr>
          <p:cNvSpPr/>
          <p:nvPr/>
        </p:nvSpPr>
        <p:spPr>
          <a:xfrm>
            <a:off x="9448801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54F0D6E-FB00-83BD-C3F7-2AC09BC315E0}"/>
              </a:ext>
            </a:extLst>
          </p:cNvPr>
          <p:cNvSpPr/>
          <p:nvPr/>
        </p:nvSpPr>
        <p:spPr>
          <a:xfrm>
            <a:off x="9610726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DA099EF-E33D-6C08-4E3B-42B37F18EB47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7BFB003-855E-F25D-958C-C52A308FF2AB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D143A97-D75A-7166-DB8E-DE845E93CC61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B679B29-C1F6-CE86-8AF1-D885D6DC3AD4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61322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A202-F74C-4E1B-5612-183EF878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4482CD-35D6-BEC5-7B2E-4F78ACF16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5D6792-B602-E789-8C5D-B376431C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AFB721-B4F0-275D-A001-216EBFD4E60A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DA33AC-9880-5832-9C0E-4A3B2B24E512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678E4D-994D-B8D5-CA8A-D827DB5F97D7}"/>
              </a:ext>
            </a:extLst>
          </p:cNvPr>
          <p:cNvSpPr/>
          <p:nvPr/>
        </p:nvSpPr>
        <p:spPr>
          <a:xfrm>
            <a:off x="1248383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affect demand, generation, and renewables?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1A51C1-22C2-4367-60A0-0491DF3344D3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E67C1A7-B58A-C880-E608-66FB71E2548E}"/>
              </a:ext>
            </a:extLst>
          </p:cNvPr>
          <p:cNvSpPr/>
          <p:nvPr/>
        </p:nvSpPr>
        <p:spPr>
          <a:xfrm>
            <a:off x="9448801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2D28FD0-D41E-FB25-C437-495A70435122}"/>
              </a:ext>
            </a:extLst>
          </p:cNvPr>
          <p:cNvSpPr/>
          <p:nvPr/>
        </p:nvSpPr>
        <p:spPr>
          <a:xfrm>
            <a:off x="9610726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348BFD2-097C-EF35-80F0-E9EE5008895B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94601B0-D326-CCA2-6506-9E7D1AB3492C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F7EB6AC-D157-7758-2F3B-2E2117434409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9149578-5A9E-C829-668A-5CBAF3C6EB87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EA7BFF-74CC-1368-C8C4-369C6E19C83F}"/>
              </a:ext>
            </a:extLst>
          </p:cNvPr>
          <p:cNvSpPr/>
          <p:nvPr/>
        </p:nvSpPr>
        <p:spPr>
          <a:xfrm>
            <a:off x="1395210" y="284331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Demand follows temperature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balance point of 50°F</a:t>
            </a:r>
          </a:p>
        </p:txBody>
      </p:sp>
    </p:spTree>
    <p:extLst>
      <p:ext uri="{BB962C8B-B14F-4D97-AF65-F5344CB8AC3E}">
        <p14:creationId xmlns:p14="http://schemas.microsoft.com/office/powerpoint/2010/main" val="1879806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B35AF-66BC-37BD-9367-62DDA627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2AC1A-0523-5060-FB1D-2D2BC76436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BB126E-9A0B-F0AB-6194-67B50A0A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BBA26A-3B24-EE95-13C2-D0A1FCE82319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C36438-0D34-86E6-6DD2-F4D2D263A357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2CC3CA7-0FB3-956F-0FC8-36E839F98289}"/>
              </a:ext>
            </a:extLst>
          </p:cNvPr>
          <p:cNvSpPr/>
          <p:nvPr/>
        </p:nvSpPr>
        <p:spPr>
          <a:xfrm>
            <a:off x="1248383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affect demand, generation, and renewables?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31E9A4E-DC15-9566-73C7-0029D1A48630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4E0CA8-E6EB-604B-1C46-3D08A1B66658}"/>
              </a:ext>
            </a:extLst>
          </p:cNvPr>
          <p:cNvSpPr/>
          <p:nvPr/>
        </p:nvSpPr>
        <p:spPr>
          <a:xfrm>
            <a:off x="9448801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BB198F5-99A8-A5C4-7122-AD1CF0DA6158}"/>
              </a:ext>
            </a:extLst>
          </p:cNvPr>
          <p:cNvSpPr/>
          <p:nvPr/>
        </p:nvSpPr>
        <p:spPr>
          <a:xfrm>
            <a:off x="9610726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078BFC1-4A09-9421-B630-A6D255CC5157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C41878C-30D7-A28A-4155-3DA690B51542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DD009DA-ACE7-F226-7FF4-C92568A4CE12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8D6A78D-8686-D4F0-B6C5-32619B678102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BF5A0C-4C2A-C8A1-03D4-01705E311B0C}"/>
              </a:ext>
            </a:extLst>
          </p:cNvPr>
          <p:cNvSpPr/>
          <p:nvPr/>
        </p:nvSpPr>
        <p:spPr>
          <a:xfrm>
            <a:off x="1395210" y="284331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Demand follows temperature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balance point of 50°F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749F29-5947-25D6-C3B9-058D82A92C28}"/>
              </a:ext>
            </a:extLst>
          </p:cNvPr>
          <p:cNvSpPr/>
          <p:nvPr/>
        </p:nvSpPr>
        <p:spPr>
          <a:xfrm>
            <a:off x="1395210" y="3960722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Wind speed has a </a:t>
            </a:r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weak positive correlation 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with wind generation</a:t>
            </a:r>
          </a:p>
        </p:txBody>
      </p:sp>
    </p:spTree>
    <p:extLst>
      <p:ext uri="{BB962C8B-B14F-4D97-AF65-F5344CB8AC3E}">
        <p14:creationId xmlns:p14="http://schemas.microsoft.com/office/powerpoint/2010/main" val="51299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D5B5-EC5D-359C-2273-28A30E63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E3EB04-C08C-5762-8E95-6360A84CB5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32051-C147-170E-A1A1-A222B3D1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B7FB03-A3E2-7926-1802-72650BB93C38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7CE49F-D9C8-596B-BBF9-FD0B14DBC320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D258429-2A1F-EC54-61A4-CAFBD5426830}"/>
              </a:ext>
            </a:extLst>
          </p:cNvPr>
          <p:cNvSpPr/>
          <p:nvPr/>
        </p:nvSpPr>
        <p:spPr>
          <a:xfrm>
            <a:off x="1248383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How does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affect demand, generation, and renewables?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B8362F9-7723-6C04-C3BE-A008357A5C74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512CA14-A7F3-8018-87E3-799C805FBC4E}"/>
              </a:ext>
            </a:extLst>
          </p:cNvPr>
          <p:cNvSpPr/>
          <p:nvPr/>
        </p:nvSpPr>
        <p:spPr>
          <a:xfrm>
            <a:off x="9448801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5FF235F-AEB5-0102-14D0-9DE0407C1A3A}"/>
              </a:ext>
            </a:extLst>
          </p:cNvPr>
          <p:cNvSpPr/>
          <p:nvPr/>
        </p:nvSpPr>
        <p:spPr>
          <a:xfrm>
            <a:off x="9610726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1E1C577-600F-2FA2-A34E-8F91FE945DE9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1D867D7-BB34-2BF8-948F-B0ADB91864ED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F25F88A-57DE-A39A-2A6A-95EA6AF28543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145FCBA-A0C4-09A2-6E2F-6F5E68D183A6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81C872-ADF7-9ECE-0A1C-E9C2C1BB8860}"/>
              </a:ext>
            </a:extLst>
          </p:cNvPr>
          <p:cNvSpPr/>
          <p:nvPr/>
        </p:nvSpPr>
        <p:spPr>
          <a:xfrm>
            <a:off x="1395210" y="284331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Demand follows temperature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, balance point of 50°F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38CD7D-AE60-A42B-B93F-E8F61CA95AC7}"/>
              </a:ext>
            </a:extLst>
          </p:cNvPr>
          <p:cNvSpPr/>
          <p:nvPr/>
        </p:nvSpPr>
        <p:spPr>
          <a:xfrm>
            <a:off x="1395210" y="3960722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Wind speed has a </a:t>
            </a:r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weak positive correlation 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with wind generation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A0A3CF-8238-FB62-4986-A91479F74C64}"/>
              </a:ext>
            </a:extLst>
          </p:cNvPr>
          <p:cNvSpPr/>
          <p:nvPr/>
        </p:nvSpPr>
        <p:spPr>
          <a:xfrm>
            <a:off x="1395210" y="507812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Cloud cover has </a:t>
            </a:r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 correlation 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with solar generation</a:t>
            </a:r>
            <a:endParaRPr lang="en-US" sz="20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631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90C0-5F8E-F4BB-A41A-4AA3555BA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2764FA-4C8A-F873-8FAC-03C17925E9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DF0DC-2462-E191-8782-DD6996F8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E8EC37-59FB-E3CC-F1C3-0CF2D34BB93F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AD5E11-20DB-FF64-00B4-185CFBE84FA9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E66F1E-F3EF-C29B-0D8A-07EBEAA65A11}"/>
              </a:ext>
            </a:extLst>
          </p:cNvPr>
          <p:cNvSpPr/>
          <p:nvPr/>
        </p:nvSpPr>
        <p:spPr>
          <a:xfrm>
            <a:off x="1248383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6269251-8914-65DB-DD81-7AF732C9FD76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F04B6A3-CF8B-69CA-3112-F39D374767BB}"/>
              </a:ext>
            </a:extLst>
          </p:cNvPr>
          <p:cNvSpPr/>
          <p:nvPr/>
        </p:nvSpPr>
        <p:spPr>
          <a:xfrm>
            <a:off x="2020110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Can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help predict electricity use?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061BBB3-507B-18DF-9509-F29A2BE958A1}"/>
              </a:ext>
            </a:extLst>
          </p:cNvPr>
          <p:cNvSpPr/>
          <p:nvPr/>
        </p:nvSpPr>
        <p:spPr>
          <a:xfrm>
            <a:off x="218203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39C9BCE-6B05-F378-61BD-8B4EF19E7356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410DFA5-B04B-E2F3-5DDB-CF8B0CFD1F8B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7B1E08C-C5AD-B298-6CDE-CAC0E16AA002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3FC18CC-DF00-0BC7-DF16-C6BAF331D9C8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15717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E2C5-B3A8-B789-6538-4E2757FCF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849296-46D3-CAD6-6A4B-049D844E1F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4A3E0-519A-B3C4-B448-C2594CBA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839700C-D306-CB16-DD9B-5AA8923143C8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051158-1471-4C01-545A-C2936C0F541D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23C5553-EC5D-1DB3-5D58-EF8C7E33B1F9}"/>
              </a:ext>
            </a:extLst>
          </p:cNvPr>
          <p:cNvSpPr/>
          <p:nvPr/>
        </p:nvSpPr>
        <p:spPr>
          <a:xfrm>
            <a:off x="1248383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CADBE3-A5B6-58C4-B53E-0853541851A0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8BCE5CC-5373-C84B-9AA6-74BE9AA598C0}"/>
              </a:ext>
            </a:extLst>
          </p:cNvPr>
          <p:cNvSpPr/>
          <p:nvPr/>
        </p:nvSpPr>
        <p:spPr>
          <a:xfrm>
            <a:off x="2020110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Can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help predict electricity use?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8E1250E-AA00-34E4-D1A7-9131467CE6C4}"/>
              </a:ext>
            </a:extLst>
          </p:cNvPr>
          <p:cNvSpPr/>
          <p:nvPr/>
        </p:nvSpPr>
        <p:spPr>
          <a:xfrm>
            <a:off x="218203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302B3A-BC52-8B6F-1A6A-018F02598D98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C7E2112-B79F-4F3D-5902-0677B5F3B776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C9D51AA-5B0B-3261-83AB-62E56CC3FB1F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8E9F463-3C4D-A142-72C1-6205FE65C33C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8562D0-CE74-7369-35E9-6DEAC1F8ADFB}"/>
              </a:ext>
            </a:extLst>
          </p:cNvPr>
          <p:cNvSpPr/>
          <p:nvPr/>
        </p:nvSpPr>
        <p:spPr>
          <a:xfrm>
            <a:off x="1395210" y="340984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 varies with temperature making </a:t>
            </a:r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forecasting useful</a:t>
            </a:r>
          </a:p>
        </p:txBody>
      </p:sp>
    </p:spTree>
    <p:extLst>
      <p:ext uri="{BB962C8B-B14F-4D97-AF65-F5344CB8AC3E}">
        <p14:creationId xmlns:p14="http://schemas.microsoft.com/office/powerpoint/2010/main" val="4206605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1D71-CB4B-B6E1-1781-27FC5AD0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F6D4C7-EADA-2EA0-D3EE-DDCB2C70DB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82E05-D55D-3778-2F15-47148F46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7F6A13-229E-C9BC-F214-20B940F5E1E2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7247B0-0659-7249-B4AB-A22322FA0F7B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ED58E0A-5F4C-781B-BB6E-34054D77870A}"/>
              </a:ext>
            </a:extLst>
          </p:cNvPr>
          <p:cNvSpPr/>
          <p:nvPr/>
        </p:nvSpPr>
        <p:spPr>
          <a:xfrm>
            <a:off x="1248383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C78025F-7AAE-895B-372B-63D98C6E2F73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004DC76-1AFF-E9EA-8ADB-069D86145FA8}"/>
              </a:ext>
            </a:extLst>
          </p:cNvPr>
          <p:cNvSpPr/>
          <p:nvPr/>
        </p:nvSpPr>
        <p:spPr>
          <a:xfrm>
            <a:off x="2020110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Can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help predict electricity use?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233B773-221A-1F2D-0DB6-EF96F2C31742}"/>
              </a:ext>
            </a:extLst>
          </p:cNvPr>
          <p:cNvSpPr/>
          <p:nvPr/>
        </p:nvSpPr>
        <p:spPr>
          <a:xfrm>
            <a:off x="218203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04DC594-0AA5-E3F1-85E6-A7A14AFE6E6E}"/>
              </a:ext>
            </a:extLst>
          </p:cNvPr>
          <p:cNvSpPr/>
          <p:nvPr/>
        </p:nvSpPr>
        <p:spPr>
          <a:xfrm>
            <a:off x="10220528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E35260F-0DF0-D9F4-F722-A09AE079777C}"/>
              </a:ext>
            </a:extLst>
          </p:cNvPr>
          <p:cNvSpPr/>
          <p:nvPr/>
        </p:nvSpPr>
        <p:spPr>
          <a:xfrm>
            <a:off x="10382453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C7C28C5-0C70-4347-9576-84F572CCE140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78BD92A-F938-E373-A50C-F0DEFF2AED61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A185CF-3D98-EB90-787F-7BD50488AAE7}"/>
              </a:ext>
            </a:extLst>
          </p:cNvPr>
          <p:cNvSpPr/>
          <p:nvPr/>
        </p:nvSpPr>
        <p:spPr>
          <a:xfrm>
            <a:off x="1395210" y="3409847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Demand varies with temperature making </a:t>
            </a:r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forecasting useful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F01CDA-461A-63F3-AB10-D137AF02F436}"/>
              </a:ext>
            </a:extLst>
          </p:cNvPr>
          <p:cNvSpPr/>
          <p:nvPr/>
        </p:nvSpPr>
        <p:spPr>
          <a:xfrm>
            <a:off x="1395210" y="4527252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Weather conditions have an </a:t>
            </a:r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overall low impact</a:t>
            </a:r>
          </a:p>
        </p:txBody>
      </p:sp>
    </p:spTree>
    <p:extLst>
      <p:ext uri="{BB962C8B-B14F-4D97-AF65-F5344CB8AC3E}">
        <p14:creationId xmlns:p14="http://schemas.microsoft.com/office/powerpoint/2010/main" val="2476112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8C2-66C9-00FD-0430-75BC37EF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446686-F588-2217-0544-0653CC8DC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845649-5ECB-502B-30E0-01C645B5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0FE162-9CFA-28E2-D306-303FF0513272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D2A07A-A53B-9ECB-4FE3-4D90688D612E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EBB179F-04D1-20A1-2651-D45826DF6271}"/>
              </a:ext>
            </a:extLst>
          </p:cNvPr>
          <p:cNvSpPr/>
          <p:nvPr/>
        </p:nvSpPr>
        <p:spPr>
          <a:xfrm>
            <a:off x="1248383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1520C75-CF8C-F73C-AE4F-38263474774D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169005C-7E2D-4A98-0E78-7283D22AB6D7}"/>
              </a:ext>
            </a:extLst>
          </p:cNvPr>
          <p:cNvSpPr/>
          <p:nvPr/>
        </p:nvSpPr>
        <p:spPr>
          <a:xfrm>
            <a:off x="2020110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FD58DAE-8911-1710-724C-EF175134663A}"/>
              </a:ext>
            </a:extLst>
          </p:cNvPr>
          <p:cNvSpPr/>
          <p:nvPr/>
        </p:nvSpPr>
        <p:spPr>
          <a:xfrm>
            <a:off x="218203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D67836A-94E2-B585-06B3-C529EFC60B2F}"/>
              </a:ext>
            </a:extLst>
          </p:cNvPr>
          <p:cNvSpPr/>
          <p:nvPr/>
        </p:nvSpPr>
        <p:spPr>
          <a:xfrm>
            <a:off x="2791837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Does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population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affect electricity use?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78C9427-2B13-4477-6267-406196FEC03E}"/>
              </a:ext>
            </a:extLst>
          </p:cNvPr>
          <p:cNvSpPr/>
          <p:nvPr/>
        </p:nvSpPr>
        <p:spPr>
          <a:xfrm>
            <a:off x="2953762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95D097E-3CA1-0D78-A656-F7A2C9F3CF36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BCC1EAB-395A-DE61-F9EB-6B7FC4CAF408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30125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4206-AFE2-DA14-F0C9-190CE18DD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D9D3D7-D87C-FC7C-F985-479A16179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5E59F-D933-D4D2-626B-5E36F410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339F85-E6B8-369A-253E-844F572EB7C5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FF7874-E235-5883-E919-BBC9C05C83FA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6ABB1A1-1E7A-76FB-6DB0-29EE6BD1C228}"/>
              </a:ext>
            </a:extLst>
          </p:cNvPr>
          <p:cNvSpPr/>
          <p:nvPr/>
        </p:nvSpPr>
        <p:spPr>
          <a:xfrm>
            <a:off x="1248383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6907D30-C71B-A649-3EF9-F0F7C6CD86F8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AF5D412-B83D-AB03-1281-84B07558E7A6}"/>
              </a:ext>
            </a:extLst>
          </p:cNvPr>
          <p:cNvSpPr/>
          <p:nvPr/>
        </p:nvSpPr>
        <p:spPr>
          <a:xfrm>
            <a:off x="2020110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084C780-27BB-F426-5CB2-0F26340AA0D0}"/>
              </a:ext>
            </a:extLst>
          </p:cNvPr>
          <p:cNvSpPr/>
          <p:nvPr/>
        </p:nvSpPr>
        <p:spPr>
          <a:xfrm>
            <a:off x="218203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F95CE25-E6B1-D081-68B1-CACF07EF110C}"/>
              </a:ext>
            </a:extLst>
          </p:cNvPr>
          <p:cNvSpPr/>
          <p:nvPr/>
        </p:nvSpPr>
        <p:spPr>
          <a:xfrm>
            <a:off x="2791837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Does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population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affect electricity use?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F4F4608-AA22-7EEA-CA7E-C02954EFCCE0}"/>
              </a:ext>
            </a:extLst>
          </p:cNvPr>
          <p:cNvSpPr/>
          <p:nvPr/>
        </p:nvSpPr>
        <p:spPr>
          <a:xfrm>
            <a:off x="2953762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07ADE31-D590-E068-FF40-0441A81C560E}"/>
              </a:ext>
            </a:extLst>
          </p:cNvPr>
          <p:cNvSpPr/>
          <p:nvPr/>
        </p:nvSpPr>
        <p:spPr>
          <a:xfrm>
            <a:off x="10992255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703FE95-7D90-1DE7-7FF1-CC0F23241B98}"/>
              </a:ext>
            </a:extLst>
          </p:cNvPr>
          <p:cNvSpPr/>
          <p:nvPr/>
        </p:nvSpPr>
        <p:spPr>
          <a:xfrm>
            <a:off x="11154180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806275-B0F0-D885-AA9D-C3E8D800A17F}"/>
              </a:ext>
            </a:extLst>
          </p:cNvPr>
          <p:cNvSpPr/>
          <p:nvPr/>
        </p:nvSpPr>
        <p:spPr>
          <a:xfrm>
            <a:off x="1395210" y="3974051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 – no relationship 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with demand</a:t>
            </a:r>
            <a:endParaRPr lang="en-US" sz="20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750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016B6-C840-D7F4-42D9-0BE42EC3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3F6803-0D1F-8EF5-A2C3-9EBCF66605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31880-CC2C-7F01-CE35-291BD119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81144F-260B-7B28-3696-7118E2468F1F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F98081-E12D-9AE8-E8CA-D33CB180D65E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8780C17-F771-ED8E-14AA-6FD53E59653A}"/>
              </a:ext>
            </a:extLst>
          </p:cNvPr>
          <p:cNvSpPr/>
          <p:nvPr/>
        </p:nvSpPr>
        <p:spPr>
          <a:xfrm>
            <a:off x="1248383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3E2372-4E91-C87D-BB85-C725B5FFFCBD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40476AE-6130-C72C-D9FC-9D90095EC56B}"/>
              </a:ext>
            </a:extLst>
          </p:cNvPr>
          <p:cNvSpPr/>
          <p:nvPr/>
        </p:nvSpPr>
        <p:spPr>
          <a:xfrm>
            <a:off x="2020110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9F8F2B-ABE8-D7CD-0830-B28C4ABA7BA8}"/>
              </a:ext>
            </a:extLst>
          </p:cNvPr>
          <p:cNvSpPr/>
          <p:nvPr/>
        </p:nvSpPr>
        <p:spPr>
          <a:xfrm>
            <a:off x="218203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6315821-7E5C-69FF-F69A-E66F83F20EF7}"/>
              </a:ext>
            </a:extLst>
          </p:cNvPr>
          <p:cNvSpPr/>
          <p:nvPr/>
        </p:nvSpPr>
        <p:spPr>
          <a:xfrm>
            <a:off x="2791837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6DD38FF-C5A9-73E8-A88A-00D23D401E08}"/>
              </a:ext>
            </a:extLst>
          </p:cNvPr>
          <p:cNvSpPr/>
          <p:nvPr/>
        </p:nvSpPr>
        <p:spPr>
          <a:xfrm>
            <a:off x="2953762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9C747A3-24EF-B724-AD71-345D47431AFD}"/>
              </a:ext>
            </a:extLst>
          </p:cNvPr>
          <p:cNvSpPr/>
          <p:nvPr/>
        </p:nvSpPr>
        <p:spPr>
          <a:xfrm>
            <a:off x="3563565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Do higher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income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areas use more electricity?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5241D62-6FD6-9E47-CACA-5B0F683C21BA}"/>
              </a:ext>
            </a:extLst>
          </p:cNvPr>
          <p:cNvSpPr/>
          <p:nvPr/>
        </p:nvSpPr>
        <p:spPr>
          <a:xfrm>
            <a:off x="370603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06895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08E16-07AA-56F7-189F-560209AE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52F3AE-7351-8E43-AB16-2AEBF37442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C4DAA-969C-F2E9-8A81-FE281ECDF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 the data says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0DBF41-E877-D236-5FB4-0A19A7061ACB}"/>
              </a:ext>
            </a:extLst>
          </p:cNvPr>
          <p:cNvSpPr/>
          <p:nvPr/>
        </p:nvSpPr>
        <p:spPr>
          <a:xfrm>
            <a:off x="476656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2D3031-EF1E-95BE-046F-506A2833D888}"/>
              </a:ext>
            </a:extLst>
          </p:cNvPr>
          <p:cNvSpPr/>
          <p:nvPr/>
        </p:nvSpPr>
        <p:spPr>
          <a:xfrm>
            <a:off x="623887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C9C5735-99DC-1EB2-F8D5-AD856B755E46}"/>
              </a:ext>
            </a:extLst>
          </p:cNvPr>
          <p:cNvSpPr/>
          <p:nvPr/>
        </p:nvSpPr>
        <p:spPr>
          <a:xfrm>
            <a:off x="1248383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191E917-75C0-DCE8-E895-8DC9815B8982}"/>
              </a:ext>
            </a:extLst>
          </p:cNvPr>
          <p:cNvSpPr/>
          <p:nvPr/>
        </p:nvSpPr>
        <p:spPr>
          <a:xfrm>
            <a:off x="1410308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8AC7DFD-52F0-6AA1-05F1-4B9C8FC8A272}"/>
              </a:ext>
            </a:extLst>
          </p:cNvPr>
          <p:cNvSpPr/>
          <p:nvPr/>
        </p:nvSpPr>
        <p:spPr>
          <a:xfrm>
            <a:off x="2020110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33CD7C9-F765-1453-65AB-F9D2A1534D57}"/>
              </a:ext>
            </a:extLst>
          </p:cNvPr>
          <p:cNvSpPr/>
          <p:nvPr/>
        </p:nvSpPr>
        <p:spPr>
          <a:xfrm>
            <a:off x="218203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EA35145-AB14-3F40-D590-C0AC8208B041}"/>
              </a:ext>
            </a:extLst>
          </p:cNvPr>
          <p:cNvSpPr/>
          <p:nvPr/>
        </p:nvSpPr>
        <p:spPr>
          <a:xfrm>
            <a:off x="2791837" y="1828007"/>
            <a:ext cx="723089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C26CB47-DE59-9DE0-2311-0DC1F2D5A6EC}"/>
              </a:ext>
            </a:extLst>
          </p:cNvPr>
          <p:cNvSpPr/>
          <p:nvPr/>
        </p:nvSpPr>
        <p:spPr>
          <a:xfrm>
            <a:off x="2953762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DAC99ED-F89F-89FB-306C-76CA77442050}"/>
              </a:ext>
            </a:extLst>
          </p:cNvPr>
          <p:cNvSpPr/>
          <p:nvPr/>
        </p:nvSpPr>
        <p:spPr>
          <a:xfrm>
            <a:off x="3563565" y="1828007"/>
            <a:ext cx="8151780" cy="66516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Do higher </a:t>
            </a:r>
            <a:r>
              <a:rPr lang="en-US" sz="2000" dirty="0">
                <a:solidFill>
                  <a:srgbClr val="3794FF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income</a:t>
            </a:r>
            <a:r>
              <a:rPr lang="en-US" sz="2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areas use more electricity?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350DACB-5C0F-EC4B-8EF4-28ED034E786C}"/>
              </a:ext>
            </a:extLst>
          </p:cNvPr>
          <p:cNvSpPr/>
          <p:nvPr/>
        </p:nvSpPr>
        <p:spPr>
          <a:xfrm>
            <a:off x="3706035" y="1949450"/>
            <a:ext cx="428625" cy="428625"/>
          </a:xfrm>
          <a:prstGeom prst="ellipse">
            <a:avLst/>
          </a:prstGeom>
          <a:solidFill>
            <a:srgbClr val="379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5ACFF8-D418-58EA-3046-41AF7D7B3099}"/>
              </a:ext>
            </a:extLst>
          </p:cNvPr>
          <p:cNvSpPr/>
          <p:nvPr/>
        </p:nvSpPr>
        <p:spPr>
          <a:xfrm>
            <a:off x="1395210" y="3974051"/>
            <a:ext cx="9401580" cy="10023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20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 – almost no relationship </a:t>
            </a:r>
            <a:r>
              <a:rPr lang="en-US" sz="2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with demand</a:t>
            </a:r>
            <a:endParaRPr lang="en-US" sz="200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970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D76102-B0C4-6F3F-4D2B-A23B45908A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9384B-BF50-F72E-DA13-491154D0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 few limitations to consider</a:t>
            </a:r>
          </a:p>
        </p:txBody>
      </p:sp>
    </p:spTree>
    <p:extLst>
      <p:ext uri="{BB962C8B-B14F-4D97-AF65-F5344CB8AC3E}">
        <p14:creationId xmlns:p14="http://schemas.microsoft.com/office/powerpoint/2010/main" val="1168775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B59A-521F-1BC0-C4A8-D128E103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AB1BCC-9ACF-2BFE-5FDB-7EF05F5626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41CC7-BC8C-CCDC-E28E-330D6BF8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 few limitations to consider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689733-70AB-7E46-728D-F3125A39F599}"/>
              </a:ext>
            </a:extLst>
          </p:cNvPr>
          <p:cNvSpPr/>
          <p:nvPr/>
        </p:nvSpPr>
        <p:spPr>
          <a:xfrm>
            <a:off x="1095375" y="1814513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 Mapping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Weather is mapped to only 3 locations per BA</a:t>
            </a:r>
          </a:p>
        </p:txBody>
      </p:sp>
    </p:spTree>
    <p:extLst>
      <p:ext uri="{BB962C8B-B14F-4D97-AF65-F5344CB8AC3E}">
        <p14:creationId xmlns:p14="http://schemas.microsoft.com/office/powerpoint/2010/main" val="3337015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D6B7-1B6D-0D41-FC83-08B3FE9F4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1227F4-1667-6177-DD9A-1AFAC270B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8D7B0-272C-9F54-CF5E-780059F2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 few limitations to consider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3E1DD1-2851-70F2-D5D1-BAB2A7A3D14A}"/>
              </a:ext>
            </a:extLst>
          </p:cNvPr>
          <p:cNvSpPr/>
          <p:nvPr/>
        </p:nvSpPr>
        <p:spPr>
          <a:xfrm>
            <a:off x="1095375" y="1814513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 Mapping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Weather is mapped to only 3 locations per BA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5D0CE2-5FEC-A0E7-2084-3066A64E504F}"/>
              </a:ext>
            </a:extLst>
          </p:cNvPr>
          <p:cNvSpPr/>
          <p:nvPr/>
        </p:nvSpPr>
        <p:spPr>
          <a:xfrm>
            <a:off x="6096000" y="1814512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Limited Historical Window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Short historical range covered</a:t>
            </a:r>
          </a:p>
        </p:txBody>
      </p:sp>
    </p:spTree>
    <p:extLst>
      <p:ext uri="{BB962C8B-B14F-4D97-AF65-F5344CB8AC3E}">
        <p14:creationId xmlns:p14="http://schemas.microsoft.com/office/powerpoint/2010/main" val="22576904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FA04-63AD-80B6-FA86-49CEE225B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90EDDE-BAFA-4199-6774-E9644AB0A3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1DEE1-E71E-AB8D-3F29-B7FA894A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 few limitations to consider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BA2087-AD6E-324B-1217-35E6A7C498EA}"/>
              </a:ext>
            </a:extLst>
          </p:cNvPr>
          <p:cNvSpPr/>
          <p:nvPr/>
        </p:nvSpPr>
        <p:spPr>
          <a:xfrm>
            <a:off x="1095375" y="1814513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 Mapping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Weather is mapped to only 3 locations per BA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FF52ED-42C7-328C-17A8-7B8E0A79124E}"/>
              </a:ext>
            </a:extLst>
          </p:cNvPr>
          <p:cNvSpPr/>
          <p:nvPr/>
        </p:nvSpPr>
        <p:spPr>
          <a:xfrm>
            <a:off x="6096000" y="1814512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Limited Historical Window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Short historical range covered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51F97E-99A5-08D4-5B9D-6E4B417D7928}"/>
              </a:ext>
            </a:extLst>
          </p:cNvPr>
          <p:cNvSpPr/>
          <p:nvPr/>
        </p:nvSpPr>
        <p:spPr>
          <a:xfrm>
            <a:off x="1095375" y="3936204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Estimated Demographics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Population and income are estimates</a:t>
            </a:r>
          </a:p>
        </p:txBody>
      </p:sp>
    </p:spTree>
    <p:extLst>
      <p:ext uri="{BB962C8B-B14F-4D97-AF65-F5344CB8AC3E}">
        <p14:creationId xmlns:p14="http://schemas.microsoft.com/office/powerpoint/2010/main" val="2977713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BCFE-2D3C-BD87-048A-7A9C10A1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B426A7-6730-2CF2-182A-BF4059CCDE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2BEE2-47A1-A1D3-8136-18948B16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 few limitations to consider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951C15-1260-8852-A777-9DA68058E975}"/>
              </a:ext>
            </a:extLst>
          </p:cNvPr>
          <p:cNvSpPr/>
          <p:nvPr/>
        </p:nvSpPr>
        <p:spPr>
          <a:xfrm>
            <a:off x="1095375" y="1814513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Weather Mapping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Weather is mapped to only 3 locations per BA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05CBB2-A08A-75E7-0E65-74F017DFD8C6}"/>
              </a:ext>
            </a:extLst>
          </p:cNvPr>
          <p:cNvSpPr/>
          <p:nvPr/>
        </p:nvSpPr>
        <p:spPr>
          <a:xfrm>
            <a:off x="6096000" y="1814512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Limited Historical Window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Short historical range covered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679D5B-1497-38DA-C9FE-9FC076E639D2}"/>
              </a:ext>
            </a:extLst>
          </p:cNvPr>
          <p:cNvSpPr/>
          <p:nvPr/>
        </p:nvSpPr>
        <p:spPr>
          <a:xfrm>
            <a:off x="6096000" y="3936205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BA-level View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Everything measured by BA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28EE28-D4BD-4829-55FA-99344CE34B19}"/>
              </a:ext>
            </a:extLst>
          </p:cNvPr>
          <p:cNvSpPr/>
          <p:nvPr/>
        </p:nvSpPr>
        <p:spPr>
          <a:xfrm>
            <a:off x="1095375" y="3936204"/>
            <a:ext cx="4800600" cy="193833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Estimated Demographics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Population and income are estimates</a:t>
            </a:r>
          </a:p>
        </p:txBody>
      </p:sp>
    </p:spTree>
    <p:extLst>
      <p:ext uri="{BB962C8B-B14F-4D97-AF65-F5344CB8AC3E}">
        <p14:creationId xmlns:p14="http://schemas.microsoft.com/office/powerpoint/2010/main" val="26193664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B3BC20-0848-86C9-B520-13DB9AAD42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C7A6DD-019F-FCC8-8EB4-0096BF34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27552374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1F882-7F2A-FF98-67F3-874F6539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F1B3CE-6F30-907C-F09A-77A77A9B3B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CCD6E-F721-2399-A249-739A28F5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What’s next?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3170DA-E6E2-CD94-AECD-CA23BBD10B2C}"/>
              </a:ext>
            </a:extLst>
          </p:cNvPr>
          <p:cNvGrpSpPr/>
          <p:nvPr/>
        </p:nvGrpSpPr>
        <p:grpSpPr>
          <a:xfrm>
            <a:off x="780211" y="2047874"/>
            <a:ext cx="3267075" cy="4048125"/>
            <a:chOff x="742950" y="2047875"/>
            <a:chExt cx="4010025" cy="404812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246ED60-C800-B68C-F1E6-9983AF3E43CF}"/>
                </a:ext>
              </a:extLst>
            </p:cNvPr>
            <p:cNvSpPr/>
            <p:nvPr/>
          </p:nvSpPr>
          <p:spPr>
            <a:xfrm>
              <a:off x="742950" y="2047875"/>
              <a:ext cx="4010025" cy="4048125"/>
            </a:xfrm>
            <a:prstGeom prst="roundRect">
              <a:avLst>
                <a:gd name="adj" fmla="val 787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Weather Depth</a:t>
              </a:r>
            </a:p>
            <a:p>
              <a:endPara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Analyze precipitation and UV effects on generation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57A2BD-892F-1FDC-6A66-5136B20DA87C}"/>
                </a:ext>
              </a:extLst>
            </p:cNvPr>
            <p:cNvSpPr txBox="1"/>
            <p:nvPr/>
          </p:nvSpPr>
          <p:spPr>
            <a:xfrm>
              <a:off x="1000125" y="2278399"/>
              <a:ext cx="98107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rgbClr val="3794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52478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7565C-86D0-4575-108C-0E9C745D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F3F9CD-CD4C-25C9-4EDC-FDBDE05F88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0B0A3-9F50-2835-8F5C-775C011D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What’s next?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21DB60F-BEE9-507A-C2D8-60D93D602256}"/>
              </a:ext>
            </a:extLst>
          </p:cNvPr>
          <p:cNvGrpSpPr/>
          <p:nvPr/>
        </p:nvGrpSpPr>
        <p:grpSpPr>
          <a:xfrm>
            <a:off x="780211" y="2047874"/>
            <a:ext cx="3267075" cy="4048125"/>
            <a:chOff x="742950" y="2047875"/>
            <a:chExt cx="4010025" cy="404812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C9360C9-2F76-A7E4-2B50-E8E83C7A7A6B}"/>
                </a:ext>
              </a:extLst>
            </p:cNvPr>
            <p:cNvSpPr/>
            <p:nvPr/>
          </p:nvSpPr>
          <p:spPr>
            <a:xfrm>
              <a:off x="742950" y="2047875"/>
              <a:ext cx="4010025" cy="4048125"/>
            </a:xfrm>
            <a:prstGeom prst="roundRect">
              <a:avLst>
                <a:gd name="adj" fmla="val 787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Weather Depth</a:t>
              </a:r>
            </a:p>
            <a:p>
              <a:endPara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Analyze precipitation and UV effects on generation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5E7FCA-8255-C0F9-6DDE-56C5AF7F10E5}"/>
                </a:ext>
              </a:extLst>
            </p:cNvPr>
            <p:cNvSpPr txBox="1"/>
            <p:nvPr/>
          </p:nvSpPr>
          <p:spPr>
            <a:xfrm>
              <a:off x="1000125" y="2278399"/>
              <a:ext cx="98107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rgbClr val="3794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888600-94E5-3775-1DBD-B9C8F2C6E068}"/>
              </a:ext>
            </a:extLst>
          </p:cNvPr>
          <p:cNvGrpSpPr/>
          <p:nvPr/>
        </p:nvGrpSpPr>
        <p:grpSpPr>
          <a:xfrm>
            <a:off x="4462462" y="2047875"/>
            <a:ext cx="3267075" cy="4048125"/>
            <a:chOff x="742950" y="2047875"/>
            <a:chExt cx="4010025" cy="404812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62F457F-0750-30BB-4A46-DC7F92AA4576}"/>
                </a:ext>
              </a:extLst>
            </p:cNvPr>
            <p:cNvSpPr/>
            <p:nvPr/>
          </p:nvSpPr>
          <p:spPr>
            <a:xfrm>
              <a:off x="742950" y="2047875"/>
              <a:ext cx="4010025" cy="4048125"/>
            </a:xfrm>
            <a:prstGeom prst="roundRect">
              <a:avLst>
                <a:gd name="adj" fmla="val 787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Demand Prediction</a:t>
              </a:r>
            </a:p>
            <a:p>
              <a:endPara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Build a temperature-based demand prediction model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E3D955E-5DBA-6408-B7F6-E1285FA4CA47}"/>
                </a:ext>
              </a:extLst>
            </p:cNvPr>
            <p:cNvSpPr txBox="1"/>
            <p:nvPr/>
          </p:nvSpPr>
          <p:spPr>
            <a:xfrm>
              <a:off x="1000125" y="2278399"/>
              <a:ext cx="98107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rgbClr val="3794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53943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C75F-E45B-7E5A-467F-9B3494DC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75291C-2C20-0A00-D0D5-6532DDE19D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00D671-818D-A5CF-B6EB-8FDE91A5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What’s next?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E01D603-9FEB-57CD-E875-5F28023CC49C}"/>
              </a:ext>
            </a:extLst>
          </p:cNvPr>
          <p:cNvGrpSpPr/>
          <p:nvPr/>
        </p:nvGrpSpPr>
        <p:grpSpPr>
          <a:xfrm>
            <a:off x="780211" y="2047874"/>
            <a:ext cx="3267075" cy="4048125"/>
            <a:chOff x="742950" y="2047875"/>
            <a:chExt cx="4010025" cy="404812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0B8CDBD-C0C4-1A71-67AC-B8C079C8774B}"/>
                </a:ext>
              </a:extLst>
            </p:cNvPr>
            <p:cNvSpPr/>
            <p:nvPr/>
          </p:nvSpPr>
          <p:spPr>
            <a:xfrm>
              <a:off x="742950" y="2047875"/>
              <a:ext cx="4010025" cy="4048125"/>
            </a:xfrm>
            <a:prstGeom prst="roundRect">
              <a:avLst>
                <a:gd name="adj" fmla="val 787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Weather Depth</a:t>
              </a:r>
            </a:p>
            <a:p>
              <a:endPara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Analyze precipitation and UV effects on generation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823E13-97D3-D198-B59E-D08092C94F89}"/>
                </a:ext>
              </a:extLst>
            </p:cNvPr>
            <p:cNvSpPr txBox="1"/>
            <p:nvPr/>
          </p:nvSpPr>
          <p:spPr>
            <a:xfrm>
              <a:off x="1000125" y="2278399"/>
              <a:ext cx="98107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rgbClr val="3794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D417FE1-1086-8891-0854-B582AEA51E5D}"/>
              </a:ext>
            </a:extLst>
          </p:cNvPr>
          <p:cNvGrpSpPr/>
          <p:nvPr/>
        </p:nvGrpSpPr>
        <p:grpSpPr>
          <a:xfrm>
            <a:off x="4462462" y="2047875"/>
            <a:ext cx="3267075" cy="4048125"/>
            <a:chOff x="742950" y="2047875"/>
            <a:chExt cx="4010025" cy="4048125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9624744-2EA5-D150-B104-6F20B3BA2E1A}"/>
                </a:ext>
              </a:extLst>
            </p:cNvPr>
            <p:cNvSpPr/>
            <p:nvPr/>
          </p:nvSpPr>
          <p:spPr>
            <a:xfrm>
              <a:off x="742950" y="2047875"/>
              <a:ext cx="4010025" cy="4048125"/>
            </a:xfrm>
            <a:prstGeom prst="roundRect">
              <a:avLst>
                <a:gd name="adj" fmla="val 787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Demand Prediction</a:t>
              </a:r>
            </a:p>
            <a:p>
              <a:endPara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Build a temperature-based demand prediction model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5869A7-D611-A635-5FF0-BC9C2834FF93}"/>
                </a:ext>
              </a:extLst>
            </p:cNvPr>
            <p:cNvSpPr txBox="1"/>
            <p:nvPr/>
          </p:nvSpPr>
          <p:spPr>
            <a:xfrm>
              <a:off x="1000125" y="2278399"/>
              <a:ext cx="98107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rgbClr val="3794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FF4CBD8-20C4-7370-C5C5-B90C20FC6C0E}"/>
              </a:ext>
            </a:extLst>
          </p:cNvPr>
          <p:cNvGrpSpPr/>
          <p:nvPr/>
        </p:nvGrpSpPr>
        <p:grpSpPr>
          <a:xfrm>
            <a:off x="8144714" y="2047873"/>
            <a:ext cx="3267075" cy="4048125"/>
            <a:chOff x="742950" y="2047875"/>
            <a:chExt cx="4010025" cy="404812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B1933DC-FDDF-1D5B-F76D-2D70BF3C60C4}"/>
                </a:ext>
              </a:extLst>
            </p:cNvPr>
            <p:cNvSpPr/>
            <p:nvPr/>
          </p:nvSpPr>
          <p:spPr>
            <a:xfrm>
              <a:off x="742950" y="2047875"/>
              <a:ext cx="4010025" cy="4048125"/>
            </a:xfrm>
            <a:prstGeom prst="roundRect">
              <a:avLst>
                <a:gd name="adj" fmla="val 787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More Regions</a:t>
              </a:r>
            </a:p>
            <a:p>
              <a:endPara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Expand coverage and compare to more regions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E11E21B-D308-57F1-DE23-7A508AD49750}"/>
                </a:ext>
              </a:extLst>
            </p:cNvPr>
            <p:cNvSpPr txBox="1"/>
            <p:nvPr/>
          </p:nvSpPr>
          <p:spPr>
            <a:xfrm>
              <a:off x="1000125" y="2278399"/>
              <a:ext cx="98107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rgbClr val="3794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4783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353CE-5583-4E82-0711-14583C711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AA17C4-2F51-4AC5-BACC-1AE56EC43DE6}"/>
              </a:ext>
            </a:extLst>
          </p:cNvPr>
          <p:cNvSpPr/>
          <p:nvPr/>
        </p:nvSpPr>
        <p:spPr>
          <a:xfrm>
            <a:off x="290512" y="973693"/>
            <a:ext cx="11610975" cy="5197476"/>
          </a:xfrm>
          <a:prstGeom prst="roundRect">
            <a:avLst>
              <a:gd name="adj" fmla="val 8721"/>
            </a:avLst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37BA4-E91A-3C98-45EF-2C75AA5A2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4" y="1049340"/>
            <a:ext cx="9144000" cy="1193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Grid’s Balancing 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2D9F0-B5A7-EE24-04B8-A18C8A5E3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4" y="2360873"/>
            <a:ext cx="9144000" cy="176681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What decides how much electricity we need?</a:t>
            </a:r>
          </a:p>
          <a:p>
            <a:endParaRPr lang="en-US" sz="4400" u="sng" spc="3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sz="4400" u="sng" spc="3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4D587-08A4-B87B-599E-FD0FBA134EDE}"/>
              </a:ext>
            </a:extLst>
          </p:cNvPr>
          <p:cNvSpPr txBox="1"/>
          <p:nvPr/>
        </p:nvSpPr>
        <p:spPr>
          <a:xfrm>
            <a:off x="3271836" y="368895"/>
            <a:ext cx="564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300" dirty="0">
                <a:latin typeface="Segoe UI" panose="020B0502040204020203" pitchFamily="34" charset="0"/>
                <a:cs typeface="Segoe UI" panose="020B0502040204020203" pitchFamily="34" charset="0"/>
              </a:rPr>
              <a:t>U.S. Electricity Demand &amp; Generation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D39952-8B47-C1E3-6910-7FBDE645227A}"/>
              </a:ext>
            </a:extLst>
          </p:cNvPr>
          <p:cNvGrpSpPr/>
          <p:nvPr/>
        </p:nvGrpSpPr>
        <p:grpSpPr>
          <a:xfrm>
            <a:off x="2762247" y="3846870"/>
            <a:ext cx="6667502" cy="1698201"/>
            <a:chOff x="2762250" y="4293024"/>
            <a:chExt cx="6667502" cy="16982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BFE97B2B-3EA6-F6C5-2F3D-C6AF21D9A192}"/>
                </a:ext>
              </a:extLst>
            </p:cNvPr>
            <p:cNvSpPr/>
            <p:nvPr/>
          </p:nvSpPr>
          <p:spPr>
            <a:xfrm>
              <a:off x="5565647" y="5076825"/>
              <a:ext cx="1060704" cy="9144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5B9727A-58A9-DD62-80E2-FE68CD81C4FA}"/>
                </a:ext>
              </a:extLst>
            </p:cNvPr>
            <p:cNvCxnSpPr/>
            <p:nvPr/>
          </p:nvCxnSpPr>
          <p:spPr>
            <a:xfrm>
              <a:off x="3157535" y="5067300"/>
              <a:ext cx="5876925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A05E1D3-B03B-020D-37A9-8E8DCDC6C153}"/>
                </a:ext>
              </a:extLst>
            </p:cNvPr>
            <p:cNvSpPr/>
            <p:nvPr/>
          </p:nvSpPr>
          <p:spPr>
            <a:xfrm>
              <a:off x="2762250" y="4312166"/>
              <a:ext cx="1666875" cy="6565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Supply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37567C1-5BEA-5831-7655-E4DAA8AE99AB}"/>
                </a:ext>
              </a:extLst>
            </p:cNvPr>
            <p:cNvSpPr/>
            <p:nvPr/>
          </p:nvSpPr>
          <p:spPr>
            <a:xfrm>
              <a:off x="7762877" y="4293024"/>
              <a:ext cx="1666875" cy="6565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Demand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59588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5E59-7444-ABCB-6895-BA2389F3A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2895B8-4A64-F49F-194D-DFA2D842698E}"/>
              </a:ext>
            </a:extLst>
          </p:cNvPr>
          <p:cNvSpPr/>
          <p:nvPr/>
        </p:nvSpPr>
        <p:spPr>
          <a:xfrm>
            <a:off x="290512" y="973693"/>
            <a:ext cx="11610975" cy="5197476"/>
          </a:xfrm>
          <a:prstGeom prst="roundRect">
            <a:avLst>
              <a:gd name="adj" fmla="val 8721"/>
            </a:avLst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F734D-91CF-4E5E-E3AF-975E0B937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4" y="1049340"/>
            <a:ext cx="9144000" cy="1193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Grid’s Balancing 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51D3E2-17B8-1325-268C-836D51033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4" y="2360873"/>
            <a:ext cx="9144000" cy="176681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What decides how much electricity we need?</a:t>
            </a:r>
          </a:p>
          <a:p>
            <a:r>
              <a:rPr lang="en-US" sz="4400" u="sng" spc="3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Temperature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502E5F-415A-9F61-9665-082A8569AABF}"/>
              </a:ext>
            </a:extLst>
          </p:cNvPr>
          <p:cNvSpPr txBox="1"/>
          <p:nvPr/>
        </p:nvSpPr>
        <p:spPr>
          <a:xfrm>
            <a:off x="3271836" y="368895"/>
            <a:ext cx="564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300" dirty="0">
                <a:latin typeface="Segoe UI" panose="020B0502040204020203" pitchFamily="34" charset="0"/>
                <a:cs typeface="Segoe UI" panose="020B0502040204020203" pitchFamily="34" charset="0"/>
              </a:rPr>
              <a:t>U.S. Electricity Demand &amp; Generation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94CEB1-42BB-0D96-289D-BFC76047C6FE}"/>
              </a:ext>
            </a:extLst>
          </p:cNvPr>
          <p:cNvGrpSpPr/>
          <p:nvPr/>
        </p:nvGrpSpPr>
        <p:grpSpPr>
          <a:xfrm>
            <a:off x="2762247" y="3846870"/>
            <a:ext cx="6667502" cy="1698201"/>
            <a:chOff x="2762250" y="4293024"/>
            <a:chExt cx="6667502" cy="16982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D8619248-B9A9-EC95-C6D6-49394440B90A}"/>
                </a:ext>
              </a:extLst>
            </p:cNvPr>
            <p:cNvSpPr/>
            <p:nvPr/>
          </p:nvSpPr>
          <p:spPr>
            <a:xfrm>
              <a:off x="5565647" y="5076825"/>
              <a:ext cx="1060704" cy="9144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2489D56-B848-8090-F284-104C0547E301}"/>
                </a:ext>
              </a:extLst>
            </p:cNvPr>
            <p:cNvCxnSpPr/>
            <p:nvPr/>
          </p:nvCxnSpPr>
          <p:spPr>
            <a:xfrm>
              <a:off x="3157535" y="5067300"/>
              <a:ext cx="5876925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F5FB41A-488C-56F8-68A2-88F9B49E83FC}"/>
                </a:ext>
              </a:extLst>
            </p:cNvPr>
            <p:cNvSpPr/>
            <p:nvPr/>
          </p:nvSpPr>
          <p:spPr>
            <a:xfrm>
              <a:off x="2762250" y="4312166"/>
              <a:ext cx="1666875" cy="6565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Supply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66FD92-3893-8237-1835-8763D52A118F}"/>
                </a:ext>
              </a:extLst>
            </p:cNvPr>
            <p:cNvSpPr/>
            <p:nvPr/>
          </p:nvSpPr>
          <p:spPr>
            <a:xfrm>
              <a:off x="7762877" y="4293024"/>
              <a:ext cx="1666875" cy="6565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Demand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79372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8A26-24F1-A91B-0272-7FB4859C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B0A4C9-5288-0700-D8F7-EFD2C8F91015}"/>
              </a:ext>
            </a:extLst>
          </p:cNvPr>
          <p:cNvSpPr/>
          <p:nvPr/>
        </p:nvSpPr>
        <p:spPr>
          <a:xfrm>
            <a:off x="290512" y="973693"/>
            <a:ext cx="11610975" cy="5197476"/>
          </a:xfrm>
          <a:prstGeom prst="roundRect">
            <a:avLst>
              <a:gd name="adj" fmla="val 8721"/>
            </a:avLst>
          </a:prstGeom>
          <a:solidFill>
            <a:srgbClr val="3794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3EF39-6F93-F672-B5A1-110B846F0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4" y="1049340"/>
            <a:ext cx="9144000" cy="1193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Grid’s Balancing 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40D68E-05DC-E605-F405-51454BD5A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4" y="2360873"/>
            <a:ext cx="9144000" cy="225074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What decides how much electricity we need?</a:t>
            </a:r>
          </a:p>
          <a:p>
            <a:r>
              <a:rPr lang="en-US" sz="4400" u="sng" spc="3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Temperature</a:t>
            </a:r>
          </a:p>
          <a:p>
            <a:r>
              <a:rPr lang="en-US" sz="2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Questions?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00223-B419-D1D6-16BE-A565993AAFCC}"/>
              </a:ext>
            </a:extLst>
          </p:cNvPr>
          <p:cNvSpPr txBox="1"/>
          <p:nvPr/>
        </p:nvSpPr>
        <p:spPr>
          <a:xfrm>
            <a:off x="3271836" y="368895"/>
            <a:ext cx="564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spc="300" dirty="0">
                <a:latin typeface="Segoe UI" panose="020B0502040204020203" pitchFamily="34" charset="0"/>
                <a:cs typeface="Segoe UI" panose="020B0502040204020203" pitchFamily="34" charset="0"/>
              </a:rPr>
              <a:t>U.S. Electricity Demand &amp; Generation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C748B0-58CD-5CBD-3EBD-F3F983C3C1F3}"/>
              </a:ext>
            </a:extLst>
          </p:cNvPr>
          <p:cNvGrpSpPr/>
          <p:nvPr/>
        </p:nvGrpSpPr>
        <p:grpSpPr>
          <a:xfrm>
            <a:off x="2762247" y="3846870"/>
            <a:ext cx="6667502" cy="1698201"/>
            <a:chOff x="2762250" y="4293024"/>
            <a:chExt cx="6667502" cy="16982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E24FE9FF-90AF-785B-AE5A-41878846D854}"/>
                </a:ext>
              </a:extLst>
            </p:cNvPr>
            <p:cNvSpPr/>
            <p:nvPr/>
          </p:nvSpPr>
          <p:spPr>
            <a:xfrm>
              <a:off x="5565647" y="5076825"/>
              <a:ext cx="1060704" cy="9144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0206D1-4017-3001-9888-34BA7328CE28}"/>
                </a:ext>
              </a:extLst>
            </p:cNvPr>
            <p:cNvCxnSpPr/>
            <p:nvPr/>
          </p:nvCxnSpPr>
          <p:spPr>
            <a:xfrm>
              <a:off x="3157535" y="5067300"/>
              <a:ext cx="5876925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C2E3A93-DACC-487D-E28B-FBA35CC5F25D}"/>
                </a:ext>
              </a:extLst>
            </p:cNvPr>
            <p:cNvSpPr/>
            <p:nvPr/>
          </p:nvSpPr>
          <p:spPr>
            <a:xfrm>
              <a:off x="2762250" y="4312166"/>
              <a:ext cx="1666875" cy="6565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Supply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1AF89B6-A639-2448-5BBD-9572336078DE}"/>
                </a:ext>
              </a:extLst>
            </p:cNvPr>
            <p:cNvSpPr/>
            <p:nvPr/>
          </p:nvSpPr>
          <p:spPr>
            <a:xfrm>
              <a:off x="7762877" y="4293024"/>
              <a:ext cx="1666875" cy="6565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Demand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56273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6A69D-176C-E01E-FCA7-5E2F5C03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528A1E-81CB-E7A8-5A85-6AEF60361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E072-3943-774C-8D23-35981927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F8907-AFAC-F530-DC86-40FADEB7B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67" y="1371600"/>
            <a:ext cx="10950566" cy="53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708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13D3-FA86-258E-F5C0-E9D28E8F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99B8A0-D8C6-B1E8-A068-F6E3BCE628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9641C-DF59-76E6-1F34-91BE69CE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7380CA-410C-898A-7EE3-8AD7EA6AF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481497"/>
            <a:ext cx="9601200" cy="520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783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5E8C-B5D0-F0BB-0A7D-F892B358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C2C7F-C236-4D6A-5988-9B97E2A600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BF38B-7A53-5252-599C-5C968F63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0C61D-1EBA-4E62-D19E-BD46AB408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001" y="1479209"/>
            <a:ext cx="9623697" cy="524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091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41A719-7C95-09EB-1066-86347AB1C1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E8681-2493-B695-489F-F95B551F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National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45A9AA-7F90-8C78-EA41-07B6F7695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1690688"/>
            <a:ext cx="9858375" cy="444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520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670D-B4A9-354F-1867-4DED2EDE3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78C071-3DC4-BBDC-F793-D6FA980058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B2598-D974-2843-871C-B30309A5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Balancing Authorities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9AE4E-8E49-9D9F-CFB8-38169243E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7" y="1573213"/>
            <a:ext cx="778192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944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30D0D-552C-083B-3B52-D770E372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1FE214-A6BF-6BCD-10E9-C62C56A169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B90C6-174C-FBC2-EE46-866293DE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Balancing Authorities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5D6785-4BF4-0776-A47C-C6C37DBA1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1856409"/>
            <a:ext cx="11744325" cy="439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053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5ACB8-BCE7-5DFF-101C-9C9BFD2D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C093C4-336F-E1CA-12D5-503BE1C4F9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63D62-097D-AD98-2683-743FCF6C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Balancing Authorities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DD191-D375-8766-CC86-2E1D65BAD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356" y="1634316"/>
            <a:ext cx="6491288" cy="485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838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D4E2-2946-CD6F-CC14-42FA28FD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511220-48B9-9FD0-FE9E-36260A1373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E80D3-AC48-8D60-389A-CE5A8459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817D0-A972-ACD9-6B06-D4495756A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922412"/>
            <a:ext cx="11277600" cy="371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726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7865-3E51-5EEC-3F5C-54E91708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50FC58-A910-A42E-7F51-4BF4ACE316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F4559-DC9A-7052-E8A3-9F92D34B6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0FE518-82C8-663D-1C04-F263123DE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933575"/>
            <a:ext cx="115824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855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04F18-B8E9-CECB-8E00-A8D3F3C8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5226A0-446E-65CB-5A55-7AC826BA7B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36AFC-1C63-E6B9-5EC9-729489BA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Weather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EA27C-583F-5C4C-2C58-927A8AC00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043" y="1427851"/>
            <a:ext cx="7681913" cy="2796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DE94DA-847A-0B8F-3A45-E439EF442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630" y="4312443"/>
            <a:ext cx="6778440" cy="249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005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235D5-ECE4-1F69-19D8-5B76C7ECA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7D48CA-2762-2ADB-9C44-5813F4BC1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673F54-85D0-1193-AA3C-FAF19301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Population &amp; Income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6CACB-ACCE-25AB-5DFA-6BDB7F2EC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190" y="1606702"/>
            <a:ext cx="5687319" cy="51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953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490B5-A980-9D91-862F-53F9620E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545426-0F8B-3604-1825-61029AAC95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14300" y="-104776"/>
            <a:ext cx="12306300" cy="70389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06F71-8F5D-8E4B-ED7F-00F6B055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Population &amp; Income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90A32-7953-C15F-257C-7B2587956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508" y="1529265"/>
            <a:ext cx="5770984" cy="532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30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3E7205033FCB41870FD4D20F694E81" ma:contentTypeVersion="1" ma:contentTypeDescription="Create a new document." ma:contentTypeScope="" ma:versionID="77ec93f3fd9fa86b15f5d3fb98ee3cf3">
  <xsd:schema xmlns:xsd="http://www.w3.org/2001/XMLSchema" xmlns:xs="http://www.w3.org/2001/XMLSchema" xmlns:p="http://schemas.microsoft.com/office/2006/metadata/properties" xmlns:ns3="8c81087b-522c-4c1b-aed8-2268823137d2" targetNamespace="http://schemas.microsoft.com/office/2006/metadata/properties" ma:root="true" ma:fieldsID="fcdee0204840ef1afd4f070283c244cb" ns3:_="">
    <xsd:import namespace="8c81087b-522c-4c1b-aed8-2268823137d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1087b-522c-4c1b-aed8-2268823137d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F024D3-A213-43BE-B4D6-D040CDAC3443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8c81087b-522c-4c1b-aed8-2268823137d2"/>
  </ds:schemaRefs>
</ds:datastoreItem>
</file>

<file path=customXml/itemProps2.xml><?xml version="1.0" encoding="utf-8"?>
<ds:datastoreItem xmlns:ds="http://schemas.openxmlformats.org/officeDocument/2006/customXml" ds:itemID="{0167CA28-D68B-492C-BBF5-711681125D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81087b-522c-4c1b-aed8-2268823137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66A555-BAF9-4DC3-BE67-B88248E1AC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1384</Words>
  <Application>Microsoft Office PowerPoint</Application>
  <PresentationFormat>Widescreen</PresentationFormat>
  <Paragraphs>455</Paragraphs>
  <Slides>62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Aptos</vt:lpstr>
      <vt:lpstr>Aptos Display</vt:lpstr>
      <vt:lpstr>Arial</vt:lpstr>
      <vt:lpstr>Segoe UI</vt:lpstr>
      <vt:lpstr>Segoe UI Light</vt:lpstr>
      <vt:lpstr>Segoe UI Semibold</vt:lpstr>
      <vt:lpstr>Office Theme</vt:lpstr>
      <vt:lpstr>The Grid’s Balancing Act</vt:lpstr>
      <vt:lpstr>Someone must balance the grid</vt:lpstr>
      <vt:lpstr>Someone must balance the grid</vt:lpstr>
      <vt:lpstr>Someone must balance the grid</vt:lpstr>
      <vt:lpstr>Someone must balance the grid</vt:lpstr>
      <vt:lpstr>Someone must balance the grid</vt:lpstr>
      <vt:lpstr>Someone must balance the grid</vt:lpstr>
      <vt:lpstr>What impacts demand?</vt:lpstr>
      <vt:lpstr>What impacts demand?</vt:lpstr>
      <vt:lpstr>What impacts demand?</vt:lpstr>
      <vt:lpstr>What impacts demand?</vt:lpstr>
      <vt:lpstr>What impacts demand?</vt:lpstr>
      <vt:lpstr>What impacts demand?</vt:lpstr>
      <vt:lpstr>What impacts demand?</vt:lpstr>
      <vt:lpstr>What impacts demand?</vt:lpstr>
      <vt:lpstr>What impacts demand?</vt:lpstr>
      <vt:lpstr>What impacts demand?</vt:lpstr>
      <vt:lpstr>Hourly grid and weather data</vt:lpstr>
      <vt:lpstr>Hourly grid and weather data</vt:lpstr>
      <vt:lpstr>Hourly grid and weather data</vt:lpstr>
      <vt:lpstr>Automated pipeline, every hour</vt:lpstr>
      <vt:lpstr>Lights off, dark mode (App demo)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What the data says</vt:lpstr>
      <vt:lpstr>A few limitations to consider</vt:lpstr>
      <vt:lpstr>A few limitations to consider</vt:lpstr>
      <vt:lpstr>A few limitations to consider</vt:lpstr>
      <vt:lpstr>A few limitations to consider</vt:lpstr>
      <vt:lpstr>A few limitations to consider</vt:lpstr>
      <vt:lpstr>What’s next?</vt:lpstr>
      <vt:lpstr>What’s next?</vt:lpstr>
      <vt:lpstr>What’s next?</vt:lpstr>
      <vt:lpstr>What’s next?</vt:lpstr>
      <vt:lpstr>The Grid’s Balancing Act</vt:lpstr>
      <vt:lpstr>The Grid’s Balancing Act</vt:lpstr>
      <vt:lpstr>The Grid’s Balancing Act</vt:lpstr>
      <vt:lpstr>Overview</vt:lpstr>
      <vt:lpstr>Data</vt:lpstr>
      <vt:lpstr>Pipeline</vt:lpstr>
      <vt:lpstr>National Picture</vt:lpstr>
      <vt:lpstr>Balancing Authorities</vt:lpstr>
      <vt:lpstr>Balancing Authorities</vt:lpstr>
      <vt:lpstr>Balancing Authorities</vt:lpstr>
      <vt:lpstr>Weather</vt:lpstr>
      <vt:lpstr>Weather</vt:lpstr>
      <vt:lpstr>Weather</vt:lpstr>
      <vt:lpstr>Population &amp; Income</vt:lpstr>
      <vt:lpstr>Population &amp; Income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Wilson</dc:creator>
  <cp:lastModifiedBy>Jack Wilson</cp:lastModifiedBy>
  <cp:revision>2</cp:revision>
  <dcterms:created xsi:type="dcterms:W3CDTF">2026-10-26T14:10:19Z</dcterms:created>
  <dcterms:modified xsi:type="dcterms:W3CDTF">2026-10-28T15:11:47Z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0x010100DE3E7205033FCB41870FD4D20F694E81</vt:lpwstr>
  </property>
</Properties>
</file>